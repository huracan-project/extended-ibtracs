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67" r:id="rId4"/>
    <p:sldId id="287" r:id="rId5"/>
    <p:sldId id="258" r:id="rId6"/>
    <p:sldId id="259" r:id="rId7"/>
    <p:sldId id="260" r:id="rId8"/>
    <p:sldId id="261" r:id="rId9"/>
    <p:sldId id="263" r:id="rId10"/>
    <p:sldId id="264" r:id="rId11"/>
    <p:sldId id="284" r:id="rId12"/>
    <p:sldId id="286" r:id="rId13"/>
    <p:sldId id="285" r:id="rId14"/>
    <p:sldId id="288" r:id="rId15"/>
    <p:sldId id="282" r:id="rId16"/>
    <p:sldId id="289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C4C814-A455-E948-BB6F-5ADBF75E2E21}" v="2" dt="2025-04-08T12:12:20.4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87"/>
    <p:restoredTop sz="94774"/>
  </p:normalViewPr>
  <p:slideViewPr>
    <p:cSldViewPr snapToGrid="0">
      <p:cViewPr varScale="1">
        <p:scale>
          <a:sx n="121" d="100"/>
          <a:sy n="121" d="100"/>
        </p:scale>
        <p:origin x="192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ella Bourdin" userId="ab8cdc44-8769-45e4-b37b-63328535faf9" providerId="ADAL" clId="{7C171365-9833-964A-BAC4-96C9B54AED94}"/>
    <pc:docChg chg="undo custSel addSld delSld modSld sldOrd">
      <pc:chgData name="Stella Bourdin" userId="ab8cdc44-8769-45e4-b37b-63328535faf9" providerId="ADAL" clId="{7C171365-9833-964A-BAC4-96C9B54AED94}" dt="2025-02-25T13:29:21.669" v="2142" actId="2696"/>
      <pc:docMkLst>
        <pc:docMk/>
      </pc:docMkLst>
      <pc:sldChg chg="modSp">
        <pc:chgData name="Stella Bourdin" userId="ab8cdc44-8769-45e4-b37b-63328535faf9" providerId="ADAL" clId="{7C171365-9833-964A-BAC4-96C9B54AED94}" dt="2025-02-14T09:15:48.174" v="388"/>
        <pc:sldMkLst>
          <pc:docMk/>
          <pc:sldMk cId="3829365499" sldId="256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3829365499" sldId="256"/>
            <ac:spMk id="2" creationId="{3F1364A9-683E-40FD-2432-F718FBF8D99B}"/>
          </ac:spMkLst>
        </pc:spChg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3829365499" sldId="256"/>
            <ac:spMk id="3" creationId="{05EDF45F-5873-4943-3749-EE91EB7EFF88}"/>
          </ac:spMkLst>
        </pc:spChg>
      </pc:sldChg>
      <pc:sldChg chg="modSp mod">
        <pc:chgData name="Stella Bourdin" userId="ab8cdc44-8769-45e4-b37b-63328535faf9" providerId="ADAL" clId="{7C171365-9833-964A-BAC4-96C9B54AED94}" dt="2025-02-14T09:15:48.257" v="389" actId="27636"/>
        <pc:sldMkLst>
          <pc:docMk/>
          <pc:sldMk cId="3026452706" sldId="257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3026452706" sldId="257"/>
            <ac:spMk id="2" creationId="{C7732069-11C4-F14D-A6F3-CD1622749ABA}"/>
          </ac:spMkLst>
        </pc:spChg>
        <pc:spChg chg="mod">
          <ac:chgData name="Stella Bourdin" userId="ab8cdc44-8769-45e4-b37b-63328535faf9" providerId="ADAL" clId="{7C171365-9833-964A-BAC4-96C9B54AED94}" dt="2025-02-14T09:15:48.257" v="389" actId="27636"/>
          <ac:spMkLst>
            <pc:docMk/>
            <pc:sldMk cId="3026452706" sldId="257"/>
            <ac:spMk id="3" creationId="{E5C64600-C9C5-5BFE-5C12-FF49F475AAE8}"/>
          </ac:spMkLst>
        </pc:spChg>
      </pc:sldChg>
      <pc:sldChg chg="modSp mod">
        <pc:chgData name="Stella Bourdin" userId="ab8cdc44-8769-45e4-b37b-63328535faf9" providerId="ADAL" clId="{7C171365-9833-964A-BAC4-96C9B54AED94}" dt="2025-02-14T09:18:09.287" v="558" actId="114"/>
        <pc:sldMkLst>
          <pc:docMk/>
          <pc:sldMk cId="1757761689" sldId="258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1757761689" sldId="258"/>
            <ac:spMk id="2" creationId="{9DF48551-039A-6C72-9CF0-AABA998872D9}"/>
          </ac:spMkLst>
        </pc:spChg>
        <pc:spChg chg="mod">
          <ac:chgData name="Stella Bourdin" userId="ab8cdc44-8769-45e4-b37b-63328535faf9" providerId="ADAL" clId="{7C171365-9833-964A-BAC4-96C9B54AED94}" dt="2025-02-14T09:18:09.287" v="558" actId="114"/>
          <ac:spMkLst>
            <pc:docMk/>
            <pc:sldMk cId="1757761689" sldId="258"/>
            <ac:spMk id="3" creationId="{A51DB5B0-5404-75AB-3533-A8A0C83E9C2B}"/>
          </ac:spMkLst>
        </pc:spChg>
      </pc:sldChg>
      <pc:sldChg chg="modSp mod">
        <pc:chgData name="Stella Bourdin" userId="ab8cdc44-8769-45e4-b37b-63328535faf9" providerId="ADAL" clId="{7C171365-9833-964A-BAC4-96C9B54AED94}" dt="2025-02-14T09:18:30.277" v="562" actId="20577"/>
        <pc:sldMkLst>
          <pc:docMk/>
          <pc:sldMk cId="1368356832" sldId="259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1368356832" sldId="259"/>
            <ac:spMk id="2" creationId="{75560939-2DC6-DFDA-7BFB-4EC7A7455036}"/>
          </ac:spMkLst>
        </pc:spChg>
        <pc:spChg chg="mod">
          <ac:chgData name="Stella Bourdin" userId="ab8cdc44-8769-45e4-b37b-63328535faf9" providerId="ADAL" clId="{7C171365-9833-964A-BAC4-96C9B54AED94}" dt="2025-02-14T09:18:30.277" v="562" actId="20577"/>
          <ac:spMkLst>
            <pc:docMk/>
            <pc:sldMk cId="1368356832" sldId="259"/>
            <ac:spMk id="5" creationId="{9AF2AB04-CBC1-90B0-55F3-F6A29613E777}"/>
          </ac:spMkLst>
        </pc:spChg>
        <pc:spChg chg="mod">
          <ac:chgData name="Stella Bourdin" userId="ab8cdc44-8769-45e4-b37b-63328535faf9" providerId="ADAL" clId="{7C171365-9833-964A-BAC4-96C9B54AED94}" dt="2025-02-14T09:18:27.967" v="560" actId="1076"/>
          <ac:spMkLst>
            <pc:docMk/>
            <pc:sldMk cId="1368356832" sldId="259"/>
            <ac:spMk id="6" creationId="{EC60DF57-C151-8A71-8627-E0C1423F4F98}"/>
          </ac:spMkLst>
        </pc:spChg>
      </pc:sldChg>
      <pc:sldChg chg="addSp delSp modSp mod">
        <pc:chgData name="Stella Bourdin" userId="ab8cdc44-8769-45e4-b37b-63328535faf9" providerId="ADAL" clId="{7C171365-9833-964A-BAC4-96C9B54AED94}" dt="2025-02-14T09:35:33.870" v="1557" actId="20577"/>
        <pc:sldMkLst>
          <pc:docMk/>
          <pc:sldMk cId="3117336713" sldId="260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3117336713" sldId="260"/>
            <ac:spMk id="2" creationId="{AC30D412-27C4-CBA1-07D2-CD0F19D7B726}"/>
          </ac:spMkLst>
        </pc:spChg>
        <pc:spChg chg="add mod">
          <ac:chgData name="Stella Bourdin" userId="ab8cdc44-8769-45e4-b37b-63328535faf9" providerId="ADAL" clId="{7C171365-9833-964A-BAC4-96C9B54AED94}" dt="2025-02-14T09:35:33.870" v="1557" actId="20577"/>
          <ac:spMkLst>
            <pc:docMk/>
            <pc:sldMk cId="3117336713" sldId="260"/>
            <ac:spMk id="4" creationId="{BF91813C-FB91-A870-3AE9-87073A53E4E9}"/>
          </ac:spMkLst>
        </pc:spChg>
        <pc:picChg chg="add mod">
          <ac:chgData name="Stella Bourdin" userId="ab8cdc44-8769-45e4-b37b-63328535faf9" providerId="ADAL" clId="{7C171365-9833-964A-BAC4-96C9B54AED94}" dt="2025-02-14T09:19:31.531" v="574" actId="1076"/>
          <ac:picMkLst>
            <pc:docMk/>
            <pc:sldMk cId="3117336713" sldId="260"/>
            <ac:picMk id="1025" creationId="{0898EFB5-6F21-038C-6589-B02087C0264F}"/>
          </ac:picMkLst>
        </pc:picChg>
        <pc:picChg chg="add mod">
          <ac:chgData name="Stella Bourdin" userId="ab8cdc44-8769-45e4-b37b-63328535faf9" providerId="ADAL" clId="{7C171365-9833-964A-BAC4-96C9B54AED94}" dt="2025-02-14T09:19:50.757" v="588" actId="1076"/>
          <ac:picMkLst>
            <pc:docMk/>
            <pc:sldMk cId="3117336713" sldId="260"/>
            <ac:picMk id="1027" creationId="{3C2AB348-9BB7-21B7-5528-63D3F6447134}"/>
          </ac:picMkLst>
        </pc:picChg>
        <pc:picChg chg="add mod">
          <ac:chgData name="Stella Bourdin" userId="ab8cdc44-8769-45e4-b37b-63328535faf9" providerId="ADAL" clId="{7C171365-9833-964A-BAC4-96C9B54AED94}" dt="2025-02-14T09:21:02.577" v="593" actId="14100"/>
          <ac:picMkLst>
            <pc:docMk/>
            <pc:sldMk cId="3117336713" sldId="260"/>
            <ac:picMk id="1028" creationId="{BC5B5A9D-DFB4-8E0B-8C48-68C4D867B449}"/>
          </ac:picMkLst>
        </pc:picChg>
      </pc:sldChg>
      <pc:sldChg chg="modSp">
        <pc:chgData name="Stella Bourdin" userId="ab8cdc44-8769-45e4-b37b-63328535faf9" providerId="ADAL" clId="{7C171365-9833-964A-BAC4-96C9B54AED94}" dt="2025-02-14T09:15:48.174" v="388"/>
        <pc:sldMkLst>
          <pc:docMk/>
          <pc:sldMk cId="1011540736" sldId="261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1011540736" sldId="261"/>
            <ac:spMk id="2" creationId="{4A8A3786-1195-4C6E-A9DE-F5D98AA05452}"/>
          </ac:spMkLst>
        </pc:spChg>
      </pc:sldChg>
      <pc:sldChg chg="modSp del">
        <pc:chgData name="Stella Bourdin" userId="ab8cdc44-8769-45e4-b37b-63328535faf9" providerId="ADAL" clId="{7C171365-9833-964A-BAC4-96C9B54AED94}" dt="2025-02-14T09:39:01.451" v="2022" actId="2696"/>
        <pc:sldMkLst>
          <pc:docMk/>
          <pc:sldMk cId="2058787200" sldId="262"/>
        </pc:sldMkLst>
      </pc:sldChg>
      <pc:sldChg chg="addSp delSp modSp mod">
        <pc:chgData name="Stella Bourdin" userId="ab8cdc44-8769-45e4-b37b-63328535faf9" providerId="ADAL" clId="{7C171365-9833-964A-BAC4-96C9B54AED94}" dt="2025-02-14T09:23:09.770" v="702" actId="20577"/>
        <pc:sldMkLst>
          <pc:docMk/>
          <pc:sldMk cId="1960671551" sldId="263"/>
        </pc:sldMkLst>
        <pc:spChg chg="mod">
          <ac:chgData name="Stella Bourdin" userId="ab8cdc44-8769-45e4-b37b-63328535faf9" providerId="ADAL" clId="{7C171365-9833-964A-BAC4-96C9B54AED94}" dt="2025-02-14T09:22:16.430" v="632" actId="20577"/>
          <ac:spMkLst>
            <pc:docMk/>
            <pc:sldMk cId="1960671551" sldId="263"/>
            <ac:spMk id="2" creationId="{C6361D6F-CCCE-03DF-647E-094478600BBE}"/>
          </ac:spMkLst>
        </pc:spChg>
        <pc:spChg chg="mod">
          <ac:chgData name="Stella Bourdin" userId="ab8cdc44-8769-45e4-b37b-63328535faf9" providerId="ADAL" clId="{7C171365-9833-964A-BAC4-96C9B54AED94}" dt="2025-02-14T09:23:09.770" v="702" actId="20577"/>
          <ac:spMkLst>
            <pc:docMk/>
            <pc:sldMk cId="1960671551" sldId="263"/>
            <ac:spMk id="3" creationId="{A61E0287-299A-3094-FA00-721F8B870BF6}"/>
          </ac:spMkLst>
        </pc:spChg>
        <pc:picChg chg="add mod">
          <ac:chgData name="Stella Bourdin" userId="ab8cdc44-8769-45e4-b37b-63328535faf9" providerId="ADAL" clId="{7C171365-9833-964A-BAC4-96C9B54AED94}" dt="2025-02-14T09:22:46.679" v="635" actId="1076"/>
          <ac:picMkLst>
            <pc:docMk/>
            <pc:sldMk cId="1960671551" sldId="263"/>
            <ac:picMk id="5" creationId="{32E60B51-4ACC-41D7-3EE2-60321EB9F403}"/>
          </ac:picMkLst>
        </pc:picChg>
      </pc:sldChg>
      <pc:sldChg chg="addSp delSp modSp mod">
        <pc:chgData name="Stella Bourdin" userId="ab8cdc44-8769-45e4-b37b-63328535faf9" providerId="ADAL" clId="{7C171365-9833-964A-BAC4-96C9B54AED94}" dt="2025-02-14T09:28:14.035" v="731" actId="20577"/>
        <pc:sldMkLst>
          <pc:docMk/>
          <pc:sldMk cId="4108434403" sldId="264"/>
        </pc:sldMkLst>
        <pc:spChg chg="mod">
          <ac:chgData name="Stella Bourdin" userId="ab8cdc44-8769-45e4-b37b-63328535faf9" providerId="ADAL" clId="{7C171365-9833-964A-BAC4-96C9B54AED94}" dt="2025-02-14T09:27:38.616" v="712" actId="1076"/>
          <ac:spMkLst>
            <pc:docMk/>
            <pc:sldMk cId="4108434403" sldId="264"/>
            <ac:spMk id="12" creationId="{804287AF-C171-7B92-2D05-488A8B10E3C0}"/>
          </ac:spMkLst>
        </pc:spChg>
        <pc:spChg chg="mod">
          <ac:chgData name="Stella Bourdin" userId="ab8cdc44-8769-45e4-b37b-63328535faf9" providerId="ADAL" clId="{7C171365-9833-964A-BAC4-96C9B54AED94}" dt="2025-02-14T09:27:46.479" v="714" actId="13822"/>
          <ac:spMkLst>
            <pc:docMk/>
            <pc:sldMk cId="4108434403" sldId="264"/>
            <ac:spMk id="13" creationId="{A26CA58C-9AB4-75AC-4D65-466B4D1523C5}"/>
          </ac:spMkLst>
        </pc:spChg>
        <pc:spChg chg="mod">
          <ac:chgData name="Stella Bourdin" userId="ab8cdc44-8769-45e4-b37b-63328535faf9" providerId="ADAL" clId="{7C171365-9833-964A-BAC4-96C9B54AED94}" dt="2025-02-14T09:28:00.092" v="717" actId="13822"/>
          <ac:spMkLst>
            <pc:docMk/>
            <pc:sldMk cId="4108434403" sldId="264"/>
            <ac:spMk id="18" creationId="{6290A05A-21D2-65A9-F5DB-080466994F23}"/>
          </ac:spMkLst>
        </pc:spChg>
        <pc:spChg chg="mod">
          <ac:chgData name="Stella Bourdin" userId="ab8cdc44-8769-45e4-b37b-63328535faf9" providerId="ADAL" clId="{7C171365-9833-964A-BAC4-96C9B54AED94}" dt="2025-02-14T09:28:14.035" v="731" actId="20577"/>
          <ac:spMkLst>
            <pc:docMk/>
            <pc:sldMk cId="4108434403" sldId="264"/>
            <ac:spMk id="19" creationId="{899AF722-0463-0F3E-C8C7-ADACC02295E6}"/>
          </ac:spMkLst>
        </pc:spChg>
        <pc:picChg chg="add mod modCrop">
          <ac:chgData name="Stella Bourdin" userId="ab8cdc44-8769-45e4-b37b-63328535faf9" providerId="ADAL" clId="{7C171365-9833-964A-BAC4-96C9B54AED94}" dt="2025-02-14T09:27:33.863" v="711" actId="14100"/>
          <ac:picMkLst>
            <pc:docMk/>
            <pc:sldMk cId="4108434403" sldId="264"/>
            <ac:picMk id="3" creationId="{BF733BF0-81EB-B0F6-5348-9712EEF8CA00}"/>
          </ac:picMkLst>
        </pc:picChg>
        <pc:cxnChg chg="mod">
          <ac:chgData name="Stella Bourdin" userId="ab8cdc44-8769-45e4-b37b-63328535faf9" providerId="ADAL" clId="{7C171365-9833-964A-BAC4-96C9B54AED94}" dt="2025-02-14T09:27:52.179" v="716" actId="1076"/>
          <ac:cxnSpMkLst>
            <pc:docMk/>
            <pc:sldMk cId="4108434403" sldId="264"/>
            <ac:cxnSpMk id="15" creationId="{F92F2BB4-266A-3C5D-E86B-B08F58A027EC}"/>
          </ac:cxnSpMkLst>
        </pc:cxnChg>
      </pc:sldChg>
      <pc:sldChg chg="modSp del mod">
        <pc:chgData name="Stella Bourdin" userId="ab8cdc44-8769-45e4-b37b-63328535faf9" providerId="ADAL" clId="{7C171365-9833-964A-BAC4-96C9B54AED94}" dt="2025-02-14T09:35:39.708" v="1558" actId="2696"/>
        <pc:sldMkLst>
          <pc:docMk/>
          <pc:sldMk cId="123224047" sldId="265"/>
        </pc:sldMkLst>
      </pc:sldChg>
      <pc:sldChg chg="modSp mod">
        <pc:chgData name="Stella Bourdin" userId="ab8cdc44-8769-45e4-b37b-63328535faf9" providerId="ADAL" clId="{7C171365-9833-964A-BAC4-96C9B54AED94}" dt="2025-02-25T13:29:01.059" v="2141" actId="20577"/>
        <pc:sldMkLst>
          <pc:docMk/>
          <pc:sldMk cId="553517104" sldId="266"/>
        </pc:sldMkLst>
        <pc:spChg chg="mod">
          <ac:chgData name="Stella Bourdin" userId="ab8cdc44-8769-45e4-b37b-63328535faf9" providerId="ADAL" clId="{7C171365-9833-964A-BAC4-96C9B54AED94}" dt="2025-02-14T09:39:07.525" v="2034" actId="20577"/>
          <ac:spMkLst>
            <pc:docMk/>
            <pc:sldMk cId="553517104" sldId="266"/>
            <ac:spMk id="2" creationId="{655B03EA-2F04-48B2-13D9-89AD8B888032}"/>
          </ac:spMkLst>
        </pc:spChg>
        <pc:spChg chg="mod">
          <ac:chgData name="Stella Bourdin" userId="ab8cdc44-8769-45e4-b37b-63328535faf9" providerId="ADAL" clId="{7C171365-9833-964A-BAC4-96C9B54AED94}" dt="2025-02-25T13:29:01.059" v="2141" actId="20577"/>
          <ac:spMkLst>
            <pc:docMk/>
            <pc:sldMk cId="553517104" sldId="266"/>
            <ac:spMk id="3" creationId="{25AC9F18-CAC8-27EE-F805-255BF79F1FA0}"/>
          </ac:spMkLst>
        </pc:spChg>
      </pc:sldChg>
      <pc:sldChg chg="addSp modSp mod">
        <pc:chgData name="Stella Bourdin" userId="ab8cdc44-8769-45e4-b37b-63328535faf9" providerId="ADAL" clId="{7C171365-9833-964A-BAC4-96C9B54AED94}" dt="2025-02-14T09:16:56.130" v="438" actId="1036"/>
        <pc:sldMkLst>
          <pc:docMk/>
          <pc:sldMk cId="1767836251" sldId="267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1767836251" sldId="267"/>
            <ac:spMk id="2" creationId="{B8838335-BA16-F5EB-DDF9-D4C8CAA4D205}"/>
          </ac:spMkLst>
        </pc:spChg>
        <pc:spChg chg="add mod">
          <ac:chgData name="Stella Bourdin" userId="ab8cdc44-8769-45e4-b37b-63328535faf9" providerId="ADAL" clId="{7C171365-9833-964A-BAC4-96C9B54AED94}" dt="2025-02-14T09:16:56.130" v="438" actId="1036"/>
          <ac:spMkLst>
            <pc:docMk/>
            <pc:sldMk cId="1767836251" sldId="267"/>
            <ac:spMk id="3" creationId="{5E769AE6-CA12-76FD-AD4A-EC15C47D05F2}"/>
          </ac:spMkLst>
        </pc:spChg>
        <pc:graphicFrameChg chg="mod">
          <ac:chgData name="Stella Bourdin" userId="ab8cdc44-8769-45e4-b37b-63328535faf9" providerId="ADAL" clId="{7C171365-9833-964A-BAC4-96C9B54AED94}" dt="2025-02-14T09:15:48.174" v="388"/>
          <ac:graphicFrameMkLst>
            <pc:docMk/>
            <pc:sldMk cId="1767836251" sldId="267"/>
            <ac:graphicFrameMk id="4" creationId="{17B5A3C8-776F-3DFB-AA14-0B66F2C9CED4}"/>
          </ac:graphicFrameMkLst>
        </pc:graphicFrameChg>
      </pc:sldChg>
      <pc:sldChg chg="modSp del mod">
        <pc:chgData name="Stella Bourdin" userId="ab8cdc44-8769-45e4-b37b-63328535faf9" providerId="ADAL" clId="{7C171365-9833-964A-BAC4-96C9B54AED94}" dt="2025-02-25T13:29:21.669" v="2142" actId="2696"/>
        <pc:sldMkLst>
          <pc:docMk/>
          <pc:sldMk cId="2284695307" sldId="268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2278624894" sldId="269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2346823311" sldId="270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1876413735" sldId="271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3243708500" sldId="272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758056011" sldId="273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2289796780" sldId="274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3358200579" sldId="275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1166776304" sldId="276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2208356638" sldId="277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1703357767" sldId="278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2184030443" sldId="279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2076233409" sldId="280"/>
        </pc:sldMkLst>
      </pc:sldChg>
      <pc:sldChg chg="modSp del">
        <pc:chgData name="Stella Bourdin" userId="ab8cdc44-8769-45e4-b37b-63328535faf9" providerId="ADAL" clId="{7C171365-9833-964A-BAC4-96C9B54AED94}" dt="2025-02-25T13:29:21.669" v="2142" actId="2696"/>
        <pc:sldMkLst>
          <pc:docMk/>
          <pc:sldMk cId="755240421" sldId="281"/>
        </pc:sldMkLst>
      </pc:sldChg>
      <pc:sldChg chg="addSp delSp modSp new mod">
        <pc:chgData name="Stella Bourdin" userId="ab8cdc44-8769-45e4-b37b-63328535faf9" providerId="ADAL" clId="{7C171365-9833-964A-BAC4-96C9B54AED94}" dt="2025-02-14T09:15:48.174" v="388"/>
        <pc:sldMkLst>
          <pc:docMk/>
          <pc:sldMk cId="4106318296" sldId="282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4106318296" sldId="282"/>
            <ac:spMk id="2" creationId="{14A4459F-5A76-25DB-88AC-CBC8EEFA63FE}"/>
          </ac:spMkLst>
        </pc:spChg>
        <pc:spChg chg="add mod">
          <ac:chgData name="Stella Bourdin" userId="ab8cdc44-8769-45e4-b37b-63328535faf9" providerId="ADAL" clId="{7C171365-9833-964A-BAC4-96C9B54AED94}" dt="2025-02-14T09:15:48.174" v="388"/>
          <ac:spMkLst>
            <pc:docMk/>
            <pc:sldMk cId="4106318296" sldId="282"/>
            <ac:spMk id="6" creationId="{9B1FB341-48B8-8D9E-3908-FB9B2F13AA7F}"/>
          </ac:spMkLst>
        </pc:spChg>
        <pc:spChg chg="add">
          <ac:chgData name="Stella Bourdin" userId="ab8cdc44-8769-45e4-b37b-63328535faf9" providerId="ADAL" clId="{7C171365-9833-964A-BAC4-96C9B54AED94}" dt="2025-02-12T14:28:18.071" v="354"/>
          <ac:spMkLst>
            <pc:docMk/>
            <pc:sldMk cId="4106318296" sldId="282"/>
            <ac:spMk id="7" creationId="{5219EE3B-E025-577B-0D22-036C9E44E0E8}"/>
          </ac:spMkLst>
        </pc:spChg>
        <pc:picChg chg="add mod">
          <ac:chgData name="Stella Bourdin" userId="ab8cdc44-8769-45e4-b37b-63328535faf9" providerId="ADAL" clId="{7C171365-9833-964A-BAC4-96C9B54AED94}" dt="2025-02-12T14:28:27.898" v="357" actId="14100"/>
          <ac:picMkLst>
            <pc:docMk/>
            <pc:sldMk cId="4106318296" sldId="282"/>
            <ac:picMk id="8" creationId="{246D2838-54EF-549C-32E4-E307D26D63FB}"/>
          </ac:picMkLst>
        </pc:picChg>
        <pc:picChg chg="add mod">
          <ac:chgData name="Stella Bourdin" userId="ab8cdc44-8769-45e4-b37b-63328535faf9" providerId="ADAL" clId="{7C171365-9833-964A-BAC4-96C9B54AED94}" dt="2025-02-12T14:28:33.609" v="359" actId="14100"/>
          <ac:picMkLst>
            <pc:docMk/>
            <pc:sldMk cId="4106318296" sldId="282"/>
            <ac:picMk id="1025" creationId="{7F8E4C09-B9FE-2116-657D-B288EBCAD3C7}"/>
          </ac:picMkLst>
        </pc:picChg>
      </pc:sldChg>
      <pc:sldChg chg="addSp modSp new mod">
        <pc:chgData name="Stella Bourdin" userId="ab8cdc44-8769-45e4-b37b-63328535faf9" providerId="ADAL" clId="{7C171365-9833-964A-BAC4-96C9B54AED94}" dt="2025-02-14T09:15:48.174" v="388"/>
        <pc:sldMkLst>
          <pc:docMk/>
          <pc:sldMk cId="3117455170" sldId="283"/>
        </pc:sldMkLst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3117455170" sldId="283"/>
            <ac:spMk id="2" creationId="{D7CDCBF2-BBF7-693F-A6D4-DE3E9FA3608A}"/>
          </ac:spMkLst>
        </pc:spChg>
        <pc:spChg chg="mod">
          <ac:chgData name="Stella Bourdin" userId="ab8cdc44-8769-45e4-b37b-63328535faf9" providerId="ADAL" clId="{7C171365-9833-964A-BAC4-96C9B54AED94}" dt="2025-02-14T09:15:48.174" v="388"/>
          <ac:spMkLst>
            <pc:docMk/>
            <pc:sldMk cId="3117455170" sldId="283"/>
            <ac:spMk id="3" creationId="{AEC5DC07-2922-A42A-03FC-675CB30C6131}"/>
          </ac:spMkLst>
        </pc:spChg>
        <pc:picChg chg="add mod">
          <ac:chgData name="Stella Bourdin" userId="ab8cdc44-8769-45e4-b37b-63328535faf9" providerId="ADAL" clId="{7C171365-9833-964A-BAC4-96C9B54AED94}" dt="2025-02-12T14:29:12.624" v="385" actId="1076"/>
          <ac:picMkLst>
            <pc:docMk/>
            <pc:sldMk cId="3117455170" sldId="283"/>
            <ac:picMk id="4" creationId="{F79E578A-19B1-C0A5-8BEA-AC1F23BBD73F}"/>
          </ac:picMkLst>
        </pc:picChg>
        <pc:picChg chg="add mod">
          <ac:chgData name="Stella Bourdin" userId="ab8cdc44-8769-45e4-b37b-63328535faf9" providerId="ADAL" clId="{7C171365-9833-964A-BAC4-96C9B54AED94}" dt="2025-02-12T14:29:16.192" v="387" actId="1076"/>
          <ac:picMkLst>
            <pc:docMk/>
            <pc:sldMk cId="3117455170" sldId="283"/>
            <ac:picMk id="5" creationId="{2B861935-EAD6-B386-E868-93ECC5C6768B}"/>
          </ac:picMkLst>
        </pc:picChg>
      </pc:sldChg>
      <pc:sldChg chg="modSp new mod ord">
        <pc:chgData name="Stella Bourdin" userId="ab8cdc44-8769-45e4-b37b-63328535faf9" providerId="ADAL" clId="{7C171365-9833-964A-BAC4-96C9B54AED94}" dt="2025-02-14T09:36:54.681" v="1763" actId="20577"/>
        <pc:sldMkLst>
          <pc:docMk/>
          <pc:sldMk cId="1292340892" sldId="284"/>
        </pc:sldMkLst>
        <pc:spChg chg="mod">
          <ac:chgData name="Stella Bourdin" userId="ab8cdc44-8769-45e4-b37b-63328535faf9" providerId="ADAL" clId="{7C171365-9833-964A-BAC4-96C9B54AED94}" dt="2025-02-14T09:30:34.926" v="1114" actId="20577"/>
          <ac:spMkLst>
            <pc:docMk/>
            <pc:sldMk cId="1292340892" sldId="284"/>
            <ac:spMk id="2" creationId="{DC90B7E8-3BFB-CE73-1A52-36BFACAF23F7}"/>
          </ac:spMkLst>
        </pc:spChg>
        <pc:spChg chg="mod">
          <ac:chgData name="Stella Bourdin" userId="ab8cdc44-8769-45e4-b37b-63328535faf9" providerId="ADAL" clId="{7C171365-9833-964A-BAC4-96C9B54AED94}" dt="2025-02-14T09:36:54.681" v="1763" actId="20577"/>
          <ac:spMkLst>
            <pc:docMk/>
            <pc:sldMk cId="1292340892" sldId="284"/>
            <ac:spMk id="3" creationId="{58557595-DE33-6F9C-9005-7C1CADF7F271}"/>
          </ac:spMkLst>
        </pc:spChg>
      </pc:sldChg>
      <pc:sldChg chg="modSp new mod ord">
        <pc:chgData name="Stella Bourdin" userId="ab8cdc44-8769-45e4-b37b-63328535faf9" providerId="ADAL" clId="{7C171365-9833-964A-BAC4-96C9B54AED94}" dt="2025-02-25T13:28:25.733" v="2135" actId="20577"/>
        <pc:sldMkLst>
          <pc:docMk/>
          <pc:sldMk cId="3557695026" sldId="285"/>
        </pc:sldMkLst>
        <pc:spChg chg="mod">
          <ac:chgData name="Stella Bourdin" userId="ab8cdc44-8769-45e4-b37b-63328535faf9" providerId="ADAL" clId="{7C171365-9833-964A-BAC4-96C9B54AED94}" dt="2025-02-14T09:30:49.744" v="1129" actId="20577"/>
          <ac:spMkLst>
            <pc:docMk/>
            <pc:sldMk cId="3557695026" sldId="285"/>
            <ac:spMk id="2" creationId="{0F8019A0-DFE5-9013-91BC-42940EB81FEF}"/>
          </ac:spMkLst>
        </pc:spChg>
        <pc:spChg chg="mod">
          <ac:chgData name="Stella Bourdin" userId="ab8cdc44-8769-45e4-b37b-63328535faf9" providerId="ADAL" clId="{7C171365-9833-964A-BAC4-96C9B54AED94}" dt="2025-02-25T13:28:25.733" v="2135" actId="20577"/>
          <ac:spMkLst>
            <pc:docMk/>
            <pc:sldMk cId="3557695026" sldId="285"/>
            <ac:spMk id="3" creationId="{41AA2E57-3527-2887-4A09-25AD1B4B3C31}"/>
          </ac:spMkLst>
        </pc:spChg>
      </pc:sldChg>
      <pc:sldChg chg="addSp modSp new mod">
        <pc:chgData name="Stella Bourdin" userId="ab8cdc44-8769-45e4-b37b-63328535faf9" providerId="ADAL" clId="{7C171365-9833-964A-BAC4-96C9B54AED94}" dt="2025-02-14T09:38:53.073" v="2021" actId="20577"/>
        <pc:sldMkLst>
          <pc:docMk/>
          <pc:sldMk cId="4094907165" sldId="286"/>
        </pc:sldMkLst>
        <pc:spChg chg="mod">
          <ac:chgData name="Stella Bourdin" userId="ab8cdc44-8769-45e4-b37b-63328535faf9" providerId="ADAL" clId="{7C171365-9833-964A-BAC4-96C9B54AED94}" dt="2025-02-14T09:36:59.787" v="1774" actId="20577"/>
          <ac:spMkLst>
            <pc:docMk/>
            <pc:sldMk cId="4094907165" sldId="286"/>
            <ac:spMk id="2" creationId="{4DA59612-14B4-F657-97B7-7342CA487D8B}"/>
          </ac:spMkLst>
        </pc:spChg>
        <pc:spChg chg="mod">
          <ac:chgData name="Stella Bourdin" userId="ab8cdc44-8769-45e4-b37b-63328535faf9" providerId="ADAL" clId="{7C171365-9833-964A-BAC4-96C9B54AED94}" dt="2025-02-14T09:38:53.073" v="2021" actId="20577"/>
          <ac:spMkLst>
            <pc:docMk/>
            <pc:sldMk cId="4094907165" sldId="286"/>
            <ac:spMk id="3" creationId="{50B08E61-F317-D349-4917-C080BFDAF5DF}"/>
          </ac:spMkLst>
        </pc:spChg>
        <pc:picChg chg="add mod">
          <ac:chgData name="Stella Bourdin" userId="ab8cdc44-8769-45e4-b37b-63328535faf9" providerId="ADAL" clId="{7C171365-9833-964A-BAC4-96C9B54AED94}" dt="2025-02-14T09:38:32.624" v="2014" actId="1076"/>
          <ac:picMkLst>
            <pc:docMk/>
            <pc:sldMk cId="4094907165" sldId="286"/>
            <ac:picMk id="4" creationId="{811AC45E-BB33-2454-F02C-CCDA907DBA62}"/>
          </ac:picMkLst>
        </pc:picChg>
      </pc:sldChg>
    </pc:docChg>
  </pc:docChgLst>
  <pc:docChgLst>
    <pc:chgData name="Stella Bourdin" userId="ab8cdc44-8769-45e4-b37b-63328535faf9" providerId="ADAL" clId="{2DC4C814-A455-E948-BB6F-5ADBF75E2E21}"/>
    <pc:docChg chg="custSel addSld delSld modSld sldOrd">
      <pc:chgData name="Stella Bourdin" userId="ab8cdc44-8769-45e4-b37b-63328535faf9" providerId="ADAL" clId="{2DC4C814-A455-E948-BB6F-5ADBF75E2E21}" dt="2025-04-08T12:14:20.557" v="401" actId="2696"/>
      <pc:docMkLst>
        <pc:docMk/>
      </pc:docMkLst>
      <pc:sldChg chg="del">
        <pc:chgData name="Stella Bourdin" userId="ab8cdc44-8769-45e4-b37b-63328535faf9" providerId="ADAL" clId="{2DC4C814-A455-E948-BB6F-5ADBF75E2E21}" dt="2025-04-08T12:14:20.170" v="400" actId="2696"/>
        <pc:sldMkLst>
          <pc:docMk/>
          <pc:sldMk cId="553517104" sldId="266"/>
        </pc:sldMkLst>
      </pc:sldChg>
      <pc:sldChg chg="modSp mod ord">
        <pc:chgData name="Stella Bourdin" userId="ab8cdc44-8769-45e4-b37b-63328535faf9" providerId="ADAL" clId="{2DC4C814-A455-E948-BB6F-5ADBF75E2E21}" dt="2025-04-08T12:11:03.939" v="289" actId="20577"/>
        <pc:sldMkLst>
          <pc:docMk/>
          <pc:sldMk cId="4106318296" sldId="282"/>
        </pc:sldMkLst>
        <pc:spChg chg="mod">
          <ac:chgData name="Stella Bourdin" userId="ab8cdc44-8769-45e4-b37b-63328535faf9" providerId="ADAL" clId="{2DC4C814-A455-E948-BB6F-5ADBF75E2E21}" dt="2025-04-08T12:11:03.939" v="289" actId="20577"/>
          <ac:spMkLst>
            <pc:docMk/>
            <pc:sldMk cId="4106318296" sldId="282"/>
            <ac:spMk id="2" creationId="{14A4459F-5A76-25DB-88AC-CBC8EEFA63FE}"/>
          </ac:spMkLst>
        </pc:spChg>
      </pc:sldChg>
      <pc:sldChg chg="del">
        <pc:chgData name="Stella Bourdin" userId="ab8cdc44-8769-45e4-b37b-63328535faf9" providerId="ADAL" clId="{2DC4C814-A455-E948-BB6F-5ADBF75E2E21}" dt="2025-04-08T12:14:20.557" v="401" actId="2696"/>
        <pc:sldMkLst>
          <pc:docMk/>
          <pc:sldMk cId="3117455170" sldId="283"/>
        </pc:sldMkLst>
      </pc:sldChg>
      <pc:sldChg chg="modSp mod">
        <pc:chgData name="Stella Bourdin" userId="ab8cdc44-8769-45e4-b37b-63328535faf9" providerId="ADAL" clId="{2DC4C814-A455-E948-BB6F-5ADBF75E2E21}" dt="2025-04-08T12:09:29.520" v="164" actId="20577"/>
        <pc:sldMkLst>
          <pc:docMk/>
          <pc:sldMk cId="1292340892" sldId="284"/>
        </pc:sldMkLst>
        <pc:spChg chg="mod">
          <ac:chgData name="Stella Bourdin" userId="ab8cdc44-8769-45e4-b37b-63328535faf9" providerId="ADAL" clId="{2DC4C814-A455-E948-BB6F-5ADBF75E2E21}" dt="2025-04-08T12:09:29.520" v="164" actId="20577"/>
          <ac:spMkLst>
            <pc:docMk/>
            <pc:sldMk cId="1292340892" sldId="284"/>
            <ac:spMk id="3" creationId="{58557595-DE33-6F9C-9005-7C1CADF7F271}"/>
          </ac:spMkLst>
        </pc:spChg>
      </pc:sldChg>
      <pc:sldChg chg="modSp mod">
        <pc:chgData name="Stella Bourdin" userId="ab8cdc44-8769-45e4-b37b-63328535faf9" providerId="ADAL" clId="{2DC4C814-A455-E948-BB6F-5ADBF75E2E21}" dt="2025-04-08T12:10:02.961" v="242" actId="20577"/>
        <pc:sldMkLst>
          <pc:docMk/>
          <pc:sldMk cId="3557695026" sldId="285"/>
        </pc:sldMkLst>
        <pc:spChg chg="mod">
          <ac:chgData name="Stella Bourdin" userId="ab8cdc44-8769-45e4-b37b-63328535faf9" providerId="ADAL" clId="{2DC4C814-A455-E948-BB6F-5ADBF75E2E21}" dt="2025-04-08T12:10:02.961" v="242" actId="20577"/>
          <ac:spMkLst>
            <pc:docMk/>
            <pc:sldMk cId="3557695026" sldId="285"/>
            <ac:spMk id="3" creationId="{41AA2E57-3527-2887-4A09-25AD1B4B3C31}"/>
          </ac:spMkLst>
        </pc:spChg>
      </pc:sldChg>
      <pc:sldChg chg="modSp new mod">
        <pc:chgData name="Stella Bourdin" userId="ab8cdc44-8769-45e4-b37b-63328535faf9" providerId="ADAL" clId="{2DC4C814-A455-E948-BB6F-5ADBF75E2E21}" dt="2025-04-08T12:07:47.021" v="71" actId="20577"/>
        <pc:sldMkLst>
          <pc:docMk/>
          <pc:sldMk cId="1991708256" sldId="287"/>
        </pc:sldMkLst>
        <pc:spChg chg="mod">
          <ac:chgData name="Stella Bourdin" userId="ab8cdc44-8769-45e4-b37b-63328535faf9" providerId="ADAL" clId="{2DC4C814-A455-E948-BB6F-5ADBF75E2E21}" dt="2025-04-08T12:07:42.305" v="63" actId="20577"/>
          <ac:spMkLst>
            <pc:docMk/>
            <pc:sldMk cId="1991708256" sldId="287"/>
            <ac:spMk id="2" creationId="{7C34E8F0-6980-E4CF-DA99-9EF8B956DDE7}"/>
          </ac:spMkLst>
        </pc:spChg>
        <pc:spChg chg="mod">
          <ac:chgData name="Stella Bourdin" userId="ab8cdc44-8769-45e4-b37b-63328535faf9" providerId="ADAL" clId="{2DC4C814-A455-E948-BB6F-5ADBF75E2E21}" dt="2025-04-08T12:07:47.021" v="71" actId="20577"/>
          <ac:spMkLst>
            <pc:docMk/>
            <pc:sldMk cId="1991708256" sldId="287"/>
            <ac:spMk id="3" creationId="{63639AE6-404C-3B7C-4214-6B120E1FF752}"/>
          </ac:spMkLst>
        </pc:spChg>
      </pc:sldChg>
      <pc:sldChg chg="modSp add mod">
        <pc:chgData name="Stella Bourdin" userId="ab8cdc44-8769-45e4-b37b-63328535faf9" providerId="ADAL" clId="{2DC4C814-A455-E948-BB6F-5ADBF75E2E21}" dt="2025-04-08T12:08:17.365" v="137" actId="20577"/>
        <pc:sldMkLst>
          <pc:docMk/>
          <pc:sldMk cId="1063802151" sldId="288"/>
        </pc:sldMkLst>
        <pc:spChg chg="mod">
          <ac:chgData name="Stella Bourdin" userId="ab8cdc44-8769-45e4-b37b-63328535faf9" providerId="ADAL" clId="{2DC4C814-A455-E948-BB6F-5ADBF75E2E21}" dt="2025-04-08T12:08:06.823" v="97" actId="20577"/>
          <ac:spMkLst>
            <pc:docMk/>
            <pc:sldMk cId="1063802151" sldId="288"/>
            <ac:spMk id="2" creationId="{C57B0E8B-8806-74F2-5ED0-E9232FD22F91}"/>
          </ac:spMkLst>
        </pc:spChg>
        <pc:spChg chg="mod">
          <ac:chgData name="Stella Bourdin" userId="ab8cdc44-8769-45e4-b37b-63328535faf9" providerId="ADAL" clId="{2DC4C814-A455-E948-BB6F-5ADBF75E2E21}" dt="2025-04-08T12:08:17.365" v="137" actId="20577"/>
          <ac:spMkLst>
            <pc:docMk/>
            <pc:sldMk cId="1063802151" sldId="288"/>
            <ac:spMk id="3" creationId="{BB66A465-90EA-8140-3CA6-9CC4842A88AD}"/>
          </ac:spMkLst>
        </pc:spChg>
      </pc:sldChg>
      <pc:sldChg chg="addSp modSp new mod setBg setClrOvrMap">
        <pc:chgData name="Stella Bourdin" userId="ab8cdc44-8769-45e4-b37b-63328535faf9" providerId="ADAL" clId="{2DC4C814-A455-E948-BB6F-5ADBF75E2E21}" dt="2025-04-08T12:12:30.291" v="399" actId="20577"/>
        <pc:sldMkLst>
          <pc:docMk/>
          <pc:sldMk cId="92772833" sldId="289"/>
        </pc:sldMkLst>
        <pc:spChg chg="mod">
          <ac:chgData name="Stella Bourdin" userId="ab8cdc44-8769-45e4-b37b-63328535faf9" providerId="ADAL" clId="{2DC4C814-A455-E948-BB6F-5ADBF75E2E21}" dt="2025-04-08T12:12:23.879" v="385" actId="26606"/>
          <ac:spMkLst>
            <pc:docMk/>
            <pc:sldMk cId="92772833" sldId="289"/>
            <ac:spMk id="2" creationId="{E736EF3C-9538-DD5C-3D4A-D851146A2624}"/>
          </ac:spMkLst>
        </pc:spChg>
        <pc:spChg chg="mod">
          <ac:chgData name="Stella Bourdin" userId="ab8cdc44-8769-45e4-b37b-63328535faf9" providerId="ADAL" clId="{2DC4C814-A455-E948-BB6F-5ADBF75E2E21}" dt="2025-04-08T12:12:30.291" v="399" actId="20577"/>
          <ac:spMkLst>
            <pc:docMk/>
            <pc:sldMk cId="92772833" sldId="289"/>
            <ac:spMk id="3" creationId="{A613B002-0064-97A2-C3E4-BD1952114BF4}"/>
          </ac:spMkLst>
        </pc:spChg>
        <pc:spChg chg="add">
          <ac:chgData name="Stella Bourdin" userId="ab8cdc44-8769-45e4-b37b-63328535faf9" providerId="ADAL" clId="{2DC4C814-A455-E948-BB6F-5ADBF75E2E21}" dt="2025-04-08T12:12:23.879" v="385" actId="26606"/>
          <ac:spMkLst>
            <pc:docMk/>
            <pc:sldMk cId="92772833" sldId="289"/>
            <ac:spMk id="9" creationId="{636F6DB7-CF8D-494A-82F6-13B58DCA9896}"/>
          </ac:spMkLst>
        </pc:spChg>
        <pc:spChg chg="add">
          <ac:chgData name="Stella Bourdin" userId="ab8cdc44-8769-45e4-b37b-63328535faf9" providerId="ADAL" clId="{2DC4C814-A455-E948-BB6F-5ADBF75E2E21}" dt="2025-04-08T12:12:23.879" v="385" actId="26606"/>
          <ac:spMkLst>
            <pc:docMk/>
            <pc:sldMk cId="92772833" sldId="289"/>
            <ac:spMk id="11" creationId="{0B7E5194-6E82-4A44-99C3-FE7D87F34134}"/>
          </ac:spMkLst>
        </pc:spChg>
        <pc:grpChg chg="add">
          <ac:chgData name="Stella Bourdin" userId="ab8cdc44-8769-45e4-b37b-63328535faf9" providerId="ADAL" clId="{2DC4C814-A455-E948-BB6F-5ADBF75E2E21}" dt="2025-04-08T12:12:23.879" v="385" actId="26606"/>
          <ac:grpSpMkLst>
            <pc:docMk/>
            <pc:sldMk cId="92772833" sldId="289"/>
            <ac:grpSpMk id="13" creationId="{49FCC1E1-84D3-494D-A0A0-286AFA1C3018}"/>
          </ac:grpSpMkLst>
        </pc:grpChg>
        <pc:picChg chg="add mod">
          <ac:chgData name="Stella Bourdin" userId="ab8cdc44-8769-45e4-b37b-63328535faf9" providerId="ADAL" clId="{2DC4C814-A455-E948-BB6F-5ADBF75E2E21}" dt="2025-04-08T12:12:23.879" v="385" actId="26606"/>
          <ac:picMkLst>
            <pc:docMk/>
            <pc:sldMk cId="92772833" sldId="289"/>
            <ac:picMk id="4" creationId="{7568F9B9-2AD6-F9C6-7308-B3757C19595C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045707D-39A8-6C41-A5F3-B80D817F6381}" type="doc">
      <dgm:prSet loTypeId="urn:microsoft.com/office/officeart/2005/8/layout/hList1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00D3FEE7-0CD2-8D4A-AB61-8C3E06CF942C}">
      <dgm:prSet phldrT="[Text]"/>
      <dgm:spPr/>
      <dgm:t>
        <a:bodyPr/>
        <a:lstStyle/>
        <a:p>
          <a:r>
            <a:rPr lang="en-GB" dirty="0"/>
            <a:t>Extended </a:t>
          </a:r>
          <a:r>
            <a:rPr lang="en-GB" dirty="0" err="1"/>
            <a:t>IBTrACS</a:t>
          </a:r>
          <a:endParaRPr lang="en-GB" dirty="0"/>
        </a:p>
      </dgm:t>
    </dgm:pt>
    <dgm:pt modelId="{81277F9F-F3BF-3C4E-A694-9E40BDAB49D6}" type="parTrans" cxnId="{96402EE7-9DD0-C140-B95E-9D71048E72B7}">
      <dgm:prSet/>
      <dgm:spPr/>
      <dgm:t>
        <a:bodyPr/>
        <a:lstStyle/>
        <a:p>
          <a:endParaRPr lang="en-GB"/>
        </a:p>
      </dgm:t>
    </dgm:pt>
    <dgm:pt modelId="{3C20126A-9A1E-9B4D-8C1B-ED6CA430CD91}" type="sibTrans" cxnId="{96402EE7-9DD0-C140-B95E-9D71048E72B7}">
      <dgm:prSet/>
      <dgm:spPr/>
      <dgm:t>
        <a:bodyPr/>
        <a:lstStyle/>
        <a:p>
          <a:endParaRPr lang="en-GB"/>
        </a:p>
      </dgm:t>
    </dgm:pt>
    <dgm:pt modelId="{409F4E25-48B9-B947-8D69-D8439152B30D}">
      <dgm:prSet phldrT="[Text]"/>
      <dgm:spPr/>
      <dgm:t>
        <a:bodyPr/>
        <a:lstStyle/>
        <a:p>
          <a:r>
            <a:rPr lang="en-GB" dirty="0"/>
            <a:t>Tropical origin criterion: is in </a:t>
          </a:r>
          <a:r>
            <a:rPr lang="en-GB" dirty="0" err="1"/>
            <a:t>IBTrACS</a:t>
          </a:r>
          <a:endParaRPr lang="en-GB" dirty="0"/>
        </a:p>
      </dgm:t>
    </dgm:pt>
    <dgm:pt modelId="{D82D322E-A7FF-F946-A6AB-F0FBA8F90550}" type="parTrans" cxnId="{4782DE10-CF87-B749-9422-118BC5B6EA25}">
      <dgm:prSet/>
      <dgm:spPr/>
      <dgm:t>
        <a:bodyPr/>
        <a:lstStyle/>
        <a:p>
          <a:endParaRPr lang="en-GB"/>
        </a:p>
      </dgm:t>
    </dgm:pt>
    <dgm:pt modelId="{15253419-5B58-DB4C-9908-A57B3A079939}" type="sibTrans" cxnId="{4782DE10-CF87-B749-9422-118BC5B6EA25}">
      <dgm:prSet/>
      <dgm:spPr/>
      <dgm:t>
        <a:bodyPr/>
        <a:lstStyle/>
        <a:p>
          <a:endParaRPr lang="en-GB"/>
        </a:p>
      </dgm:t>
    </dgm:pt>
    <dgm:pt modelId="{D00004D2-429B-8044-B772-7ECC9BF758EB}">
      <dgm:prSet phldrT="[Text]"/>
      <dgm:spPr/>
      <dgm:t>
        <a:bodyPr/>
        <a:lstStyle/>
        <a:p>
          <a:r>
            <a:rPr lang="en-GB" dirty="0"/>
            <a:t>"real" tracks: </a:t>
          </a:r>
          <a:r>
            <a:rPr lang="en-GB" dirty="0" err="1"/>
            <a:t>Obs</a:t>
          </a:r>
          <a:r>
            <a:rPr lang="en-GB" dirty="0"/>
            <a:t>+(re)analysis </a:t>
          </a:r>
        </a:p>
      </dgm:t>
    </dgm:pt>
    <dgm:pt modelId="{EA691222-2C7E-B348-B82A-867BCA30C2A6}" type="parTrans" cxnId="{8CCB4774-4846-0444-B16A-250DDE61C4F6}">
      <dgm:prSet/>
      <dgm:spPr/>
      <dgm:t>
        <a:bodyPr/>
        <a:lstStyle/>
        <a:p>
          <a:endParaRPr lang="en-GB"/>
        </a:p>
      </dgm:t>
    </dgm:pt>
    <dgm:pt modelId="{930A4F55-035C-6F4F-AE11-438D9C19A1BD}" type="sibTrans" cxnId="{8CCB4774-4846-0444-B16A-250DDE61C4F6}">
      <dgm:prSet/>
      <dgm:spPr/>
      <dgm:t>
        <a:bodyPr/>
        <a:lstStyle/>
        <a:p>
          <a:endParaRPr lang="en-GB"/>
        </a:p>
      </dgm:t>
    </dgm:pt>
    <dgm:pt modelId="{82845C81-F250-D74F-9668-6FD72692197A}">
      <dgm:prSet phldrT="[Text]"/>
      <dgm:spPr/>
      <dgm:t>
        <a:bodyPr/>
        <a:lstStyle/>
        <a:p>
          <a:r>
            <a:rPr lang="en-GB" dirty="0"/>
            <a:t>Leo’s reanalysis CTO catalogues</a:t>
          </a:r>
        </a:p>
      </dgm:t>
    </dgm:pt>
    <dgm:pt modelId="{E7913DC7-92E9-784D-A809-460A10C49C82}" type="parTrans" cxnId="{6DB01090-51D9-8B40-BD95-1F7AD6E65A7D}">
      <dgm:prSet/>
      <dgm:spPr/>
      <dgm:t>
        <a:bodyPr/>
        <a:lstStyle/>
        <a:p>
          <a:endParaRPr lang="en-GB"/>
        </a:p>
      </dgm:t>
    </dgm:pt>
    <dgm:pt modelId="{A99D84D8-F98E-4745-9C18-6B9D4844FF3D}" type="sibTrans" cxnId="{6DB01090-51D9-8B40-BD95-1F7AD6E65A7D}">
      <dgm:prSet/>
      <dgm:spPr/>
      <dgm:t>
        <a:bodyPr/>
        <a:lstStyle/>
        <a:p>
          <a:endParaRPr lang="en-GB"/>
        </a:p>
      </dgm:t>
    </dgm:pt>
    <dgm:pt modelId="{C44AA91A-4A22-0C45-956E-07103FE1A51A}">
      <dgm:prSet phldrT="[Text]"/>
      <dgm:spPr/>
      <dgm:t>
        <a:bodyPr/>
        <a:lstStyle/>
        <a:p>
          <a:r>
            <a:rPr lang="en-GB" dirty="0"/>
            <a:t>Tropical origin criterion: Leo's</a:t>
          </a:r>
        </a:p>
      </dgm:t>
    </dgm:pt>
    <dgm:pt modelId="{B67E4DB1-E52F-5541-A572-67177499CF61}" type="parTrans" cxnId="{12AB30BC-C5E0-A64D-AB91-B895EBB225B0}">
      <dgm:prSet/>
      <dgm:spPr/>
      <dgm:t>
        <a:bodyPr/>
        <a:lstStyle/>
        <a:p>
          <a:endParaRPr lang="en-GB"/>
        </a:p>
      </dgm:t>
    </dgm:pt>
    <dgm:pt modelId="{32866B2B-7028-6E4A-8E48-8949F08712BB}" type="sibTrans" cxnId="{12AB30BC-C5E0-A64D-AB91-B895EBB225B0}">
      <dgm:prSet/>
      <dgm:spPr/>
      <dgm:t>
        <a:bodyPr/>
        <a:lstStyle/>
        <a:p>
          <a:endParaRPr lang="en-GB"/>
        </a:p>
      </dgm:t>
    </dgm:pt>
    <dgm:pt modelId="{463A6B4F-BDD1-2844-A7F6-F3C426AEC9CC}">
      <dgm:prSet phldrT="[Text]"/>
      <dgm:spPr/>
      <dgm:t>
        <a:bodyPr/>
        <a:lstStyle/>
        <a:p>
          <a:r>
            <a:rPr lang="en-GB" dirty="0"/>
            <a:t>"Real" tracks: Reanalysis</a:t>
          </a:r>
        </a:p>
      </dgm:t>
    </dgm:pt>
    <dgm:pt modelId="{465CAB2F-4AFA-4742-94BA-9EB6FB84A8AF}" type="parTrans" cxnId="{4A822B80-A011-F049-86BE-A15828331BDB}">
      <dgm:prSet/>
      <dgm:spPr/>
      <dgm:t>
        <a:bodyPr/>
        <a:lstStyle/>
        <a:p>
          <a:endParaRPr lang="en-GB"/>
        </a:p>
      </dgm:t>
    </dgm:pt>
    <dgm:pt modelId="{2E7319AF-6A17-2145-A725-9577D7BDF929}" type="sibTrans" cxnId="{4A822B80-A011-F049-86BE-A15828331BDB}">
      <dgm:prSet/>
      <dgm:spPr/>
      <dgm:t>
        <a:bodyPr/>
        <a:lstStyle/>
        <a:p>
          <a:endParaRPr lang="en-GB"/>
        </a:p>
      </dgm:t>
    </dgm:pt>
    <dgm:pt modelId="{4CA654C5-CCE6-1245-B539-93998E2A147C}">
      <dgm:prSet phldrT="[Text]"/>
      <dgm:spPr/>
      <dgm:t>
        <a:bodyPr/>
        <a:lstStyle/>
        <a:p>
          <a:r>
            <a:rPr lang="en-GB" dirty="0"/>
            <a:t>Counterfactual events catalogue</a:t>
          </a:r>
        </a:p>
      </dgm:t>
    </dgm:pt>
    <dgm:pt modelId="{78AAA16F-9F78-3348-96B9-4DBF730D374E}" type="parTrans" cxnId="{BF10BF48-07B0-7C47-82E9-733C178C21DB}">
      <dgm:prSet/>
      <dgm:spPr/>
      <dgm:t>
        <a:bodyPr/>
        <a:lstStyle/>
        <a:p>
          <a:endParaRPr lang="en-GB"/>
        </a:p>
      </dgm:t>
    </dgm:pt>
    <dgm:pt modelId="{6C40C34E-5455-7E47-BAEE-3B197486E590}" type="sibTrans" cxnId="{BF10BF48-07B0-7C47-82E9-733C178C21DB}">
      <dgm:prSet/>
      <dgm:spPr/>
      <dgm:t>
        <a:bodyPr/>
        <a:lstStyle/>
        <a:p>
          <a:endParaRPr lang="en-GB"/>
        </a:p>
      </dgm:t>
    </dgm:pt>
    <dgm:pt modelId="{2F8F6930-AD56-6F44-B4BE-236CC39A6401}">
      <dgm:prSet phldrT="[Text]"/>
      <dgm:spPr/>
      <dgm:t>
        <a:bodyPr/>
        <a:lstStyle/>
        <a:p>
          <a:r>
            <a:rPr lang="en-GB" dirty="0"/>
            <a:t>Tropical origin criterion: </a:t>
          </a:r>
          <a:r>
            <a:rPr lang="en-GB" dirty="0" err="1"/>
            <a:t>IBTrACS</a:t>
          </a:r>
          <a:r>
            <a:rPr lang="en-GB" dirty="0"/>
            <a:t> or Leo's</a:t>
          </a:r>
        </a:p>
      </dgm:t>
    </dgm:pt>
    <dgm:pt modelId="{473890E5-5C26-6D4B-A349-FED363EC857D}" type="parTrans" cxnId="{F558B453-6ADB-7D4A-99D3-9D1A8549DA5D}">
      <dgm:prSet/>
      <dgm:spPr/>
      <dgm:t>
        <a:bodyPr/>
        <a:lstStyle/>
        <a:p>
          <a:endParaRPr lang="en-GB"/>
        </a:p>
      </dgm:t>
    </dgm:pt>
    <dgm:pt modelId="{06D24276-8009-6F47-9800-2582104906AC}" type="sibTrans" cxnId="{F558B453-6ADB-7D4A-99D3-9D1A8549DA5D}">
      <dgm:prSet/>
      <dgm:spPr/>
      <dgm:t>
        <a:bodyPr/>
        <a:lstStyle/>
        <a:p>
          <a:endParaRPr lang="en-GB"/>
        </a:p>
      </dgm:t>
    </dgm:pt>
    <dgm:pt modelId="{B6DFDE25-10D0-DA42-9B77-BC01D3643336}">
      <dgm:prSet phldrT="[Text]"/>
      <dgm:spPr/>
      <dgm:t>
        <a:bodyPr/>
        <a:lstStyle/>
        <a:p>
          <a:r>
            <a:rPr lang="en-GB" dirty="0"/>
            <a:t>forecasts/hindcasts alternative trajectories to initialized cyclones</a:t>
          </a:r>
        </a:p>
      </dgm:t>
    </dgm:pt>
    <dgm:pt modelId="{401710D7-532F-5B4C-BA64-AD5A0B532283}" type="parTrans" cxnId="{539D9D08-1042-B441-A822-6B85D5CE091A}">
      <dgm:prSet/>
      <dgm:spPr/>
      <dgm:t>
        <a:bodyPr/>
        <a:lstStyle/>
        <a:p>
          <a:endParaRPr lang="en-GB"/>
        </a:p>
      </dgm:t>
    </dgm:pt>
    <dgm:pt modelId="{3252F363-44F5-E04C-A53B-089FE469ED37}" type="sibTrans" cxnId="{539D9D08-1042-B441-A822-6B85D5CE091A}">
      <dgm:prSet/>
      <dgm:spPr/>
      <dgm:t>
        <a:bodyPr/>
        <a:lstStyle/>
        <a:p>
          <a:endParaRPr lang="en-GB"/>
        </a:p>
      </dgm:t>
    </dgm:pt>
    <dgm:pt modelId="{F21ABD22-8C2F-0745-B2F4-33F1CA124BE9}">
      <dgm:prSet phldrT="[Text]"/>
      <dgm:spPr/>
      <dgm:t>
        <a:bodyPr/>
        <a:lstStyle/>
        <a:p>
          <a:r>
            <a:rPr lang="en-GB" dirty="0"/>
            <a:t>Unseen events catalogue</a:t>
          </a:r>
        </a:p>
      </dgm:t>
    </dgm:pt>
    <dgm:pt modelId="{DC5D7675-6B01-DD40-81C9-3640BF266339}" type="parTrans" cxnId="{F9278960-20FB-0A48-A902-2548DAAABEBB}">
      <dgm:prSet/>
      <dgm:spPr/>
      <dgm:t>
        <a:bodyPr/>
        <a:lstStyle/>
        <a:p>
          <a:endParaRPr lang="en-GB"/>
        </a:p>
      </dgm:t>
    </dgm:pt>
    <dgm:pt modelId="{95D39ADB-5F92-1043-9632-AC67C3D07E06}" type="sibTrans" cxnId="{F9278960-20FB-0A48-A902-2548DAAABEBB}">
      <dgm:prSet/>
      <dgm:spPr/>
      <dgm:t>
        <a:bodyPr/>
        <a:lstStyle/>
        <a:p>
          <a:endParaRPr lang="en-GB"/>
        </a:p>
      </dgm:t>
    </dgm:pt>
    <dgm:pt modelId="{025C0F2F-AD39-7845-8698-DB0C4CE56945}">
      <dgm:prSet phldrT="[Text]"/>
      <dgm:spPr/>
      <dgm:t>
        <a:bodyPr/>
        <a:lstStyle/>
        <a:p>
          <a:r>
            <a:rPr lang="en-GB" dirty="0"/>
            <a:t>Tropical origin criterion: Leo's</a:t>
          </a:r>
        </a:p>
      </dgm:t>
    </dgm:pt>
    <dgm:pt modelId="{106943CF-6275-0A4C-95C3-BA537C0E3F4A}" type="parTrans" cxnId="{DE2999AD-164A-974E-A2B3-9B6A95FC195E}">
      <dgm:prSet/>
      <dgm:spPr/>
      <dgm:t>
        <a:bodyPr/>
        <a:lstStyle/>
        <a:p>
          <a:endParaRPr lang="en-GB"/>
        </a:p>
      </dgm:t>
    </dgm:pt>
    <dgm:pt modelId="{D731503E-4563-DC49-B6FD-BA18061BC433}" type="sibTrans" cxnId="{DE2999AD-164A-974E-A2B3-9B6A95FC195E}">
      <dgm:prSet/>
      <dgm:spPr/>
      <dgm:t>
        <a:bodyPr/>
        <a:lstStyle/>
        <a:p>
          <a:endParaRPr lang="en-GB"/>
        </a:p>
      </dgm:t>
    </dgm:pt>
    <dgm:pt modelId="{94EA10A8-85FA-154D-B445-151CFA64C71D}">
      <dgm:prSet phldrT="[Text]"/>
      <dgm:spPr/>
      <dgm:t>
        <a:bodyPr/>
        <a:lstStyle/>
        <a:p>
          <a:r>
            <a:rPr lang="en-GB" dirty="0"/>
            <a:t>forecasts/hindcasts unseen (un-initialized) trajectories</a:t>
          </a:r>
        </a:p>
      </dgm:t>
    </dgm:pt>
    <dgm:pt modelId="{A59F2A08-8BC7-3340-9E39-9AB6772ECFAA}" type="parTrans" cxnId="{8D5637FB-11F5-294C-BAD9-1728352AC837}">
      <dgm:prSet/>
      <dgm:spPr/>
      <dgm:t>
        <a:bodyPr/>
        <a:lstStyle/>
        <a:p>
          <a:endParaRPr lang="en-GB"/>
        </a:p>
      </dgm:t>
    </dgm:pt>
    <dgm:pt modelId="{C3F4860B-A0C2-B34C-A3AE-ADF34878653A}" type="sibTrans" cxnId="{8D5637FB-11F5-294C-BAD9-1728352AC837}">
      <dgm:prSet/>
      <dgm:spPr/>
      <dgm:t>
        <a:bodyPr/>
        <a:lstStyle/>
        <a:p>
          <a:endParaRPr lang="en-GB"/>
        </a:p>
      </dgm:t>
    </dgm:pt>
    <dgm:pt modelId="{48199ECF-9ECB-094C-89CD-490DBF3A362D}" type="pres">
      <dgm:prSet presAssocID="{4045707D-39A8-6C41-A5F3-B80D817F6381}" presName="Name0" presStyleCnt="0">
        <dgm:presLayoutVars>
          <dgm:dir/>
          <dgm:animLvl val="lvl"/>
          <dgm:resizeHandles val="exact"/>
        </dgm:presLayoutVars>
      </dgm:prSet>
      <dgm:spPr/>
    </dgm:pt>
    <dgm:pt modelId="{9D11257A-6408-0147-A600-585F7D569BCC}" type="pres">
      <dgm:prSet presAssocID="{00D3FEE7-0CD2-8D4A-AB61-8C3E06CF942C}" presName="composite" presStyleCnt="0"/>
      <dgm:spPr/>
    </dgm:pt>
    <dgm:pt modelId="{D34D57C1-18BB-3542-98A7-4E66EF0D3127}" type="pres">
      <dgm:prSet presAssocID="{00D3FEE7-0CD2-8D4A-AB61-8C3E06CF942C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0509A3E9-5B26-5140-AB81-3BC8E307B42D}" type="pres">
      <dgm:prSet presAssocID="{00D3FEE7-0CD2-8D4A-AB61-8C3E06CF942C}" presName="desTx" presStyleLbl="alignAccFollowNode1" presStyleIdx="0" presStyleCnt="4">
        <dgm:presLayoutVars>
          <dgm:bulletEnabled val="1"/>
        </dgm:presLayoutVars>
      </dgm:prSet>
      <dgm:spPr/>
    </dgm:pt>
    <dgm:pt modelId="{21A2B6C9-CC9B-1D40-83DE-7F3C09F8E9CE}" type="pres">
      <dgm:prSet presAssocID="{3C20126A-9A1E-9B4D-8C1B-ED6CA430CD91}" presName="space" presStyleCnt="0"/>
      <dgm:spPr/>
    </dgm:pt>
    <dgm:pt modelId="{8062E944-6621-1241-A006-27D3B6E1D0E4}" type="pres">
      <dgm:prSet presAssocID="{82845C81-F250-D74F-9668-6FD72692197A}" presName="composite" presStyleCnt="0"/>
      <dgm:spPr/>
    </dgm:pt>
    <dgm:pt modelId="{6AF0ACE1-C305-A643-9EA2-B69E0A3C8D5B}" type="pres">
      <dgm:prSet presAssocID="{82845C81-F250-D74F-9668-6FD72692197A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1421CA2A-BCF1-D24A-BAB2-74C7D06C10AE}" type="pres">
      <dgm:prSet presAssocID="{82845C81-F250-D74F-9668-6FD72692197A}" presName="desTx" presStyleLbl="alignAccFollowNode1" presStyleIdx="1" presStyleCnt="4">
        <dgm:presLayoutVars>
          <dgm:bulletEnabled val="1"/>
        </dgm:presLayoutVars>
      </dgm:prSet>
      <dgm:spPr/>
    </dgm:pt>
    <dgm:pt modelId="{EBD0AB46-BFEA-124A-835B-C6EEA350D138}" type="pres">
      <dgm:prSet presAssocID="{A99D84D8-F98E-4745-9C18-6B9D4844FF3D}" presName="space" presStyleCnt="0"/>
      <dgm:spPr/>
    </dgm:pt>
    <dgm:pt modelId="{C2A93445-A9BB-CE4E-84ED-3439A33D7439}" type="pres">
      <dgm:prSet presAssocID="{4CA654C5-CCE6-1245-B539-93998E2A147C}" presName="composite" presStyleCnt="0"/>
      <dgm:spPr/>
    </dgm:pt>
    <dgm:pt modelId="{078836DC-59DA-7D4F-AB9E-9D29A030E249}" type="pres">
      <dgm:prSet presAssocID="{4CA654C5-CCE6-1245-B539-93998E2A147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44FA170A-312A-3141-8F0C-9CA95EBD93BF}" type="pres">
      <dgm:prSet presAssocID="{4CA654C5-CCE6-1245-B539-93998E2A147C}" presName="desTx" presStyleLbl="alignAccFollowNode1" presStyleIdx="2" presStyleCnt="4">
        <dgm:presLayoutVars>
          <dgm:bulletEnabled val="1"/>
        </dgm:presLayoutVars>
      </dgm:prSet>
      <dgm:spPr/>
    </dgm:pt>
    <dgm:pt modelId="{5C4449A2-0BB4-A04F-845B-52576517B935}" type="pres">
      <dgm:prSet presAssocID="{6C40C34E-5455-7E47-BAEE-3B197486E590}" presName="space" presStyleCnt="0"/>
      <dgm:spPr/>
    </dgm:pt>
    <dgm:pt modelId="{8BEC2493-CB02-8A47-A66F-9F6416EFC87C}" type="pres">
      <dgm:prSet presAssocID="{F21ABD22-8C2F-0745-B2F4-33F1CA124BE9}" presName="composite" presStyleCnt="0"/>
      <dgm:spPr/>
    </dgm:pt>
    <dgm:pt modelId="{EF8F233A-9DD3-8748-A106-495C87249A01}" type="pres">
      <dgm:prSet presAssocID="{F21ABD22-8C2F-0745-B2F4-33F1CA124BE9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E6BA677-EE9E-B44C-95DD-ABC9951FDC1A}" type="pres">
      <dgm:prSet presAssocID="{F21ABD22-8C2F-0745-B2F4-33F1CA124BE9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539D9D08-1042-B441-A822-6B85D5CE091A}" srcId="{4CA654C5-CCE6-1245-B539-93998E2A147C}" destId="{B6DFDE25-10D0-DA42-9B77-BC01D3643336}" srcOrd="1" destOrd="0" parTransId="{401710D7-532F-5B4C-BA64-AD5A0B532283}" sibTransId="{3252F363-44F5-E04C-A53B-089FE469ED37}"/>
    <dgm:cxn modelId="{4782DE10-CF87-B749-9422-118BC5B6EA25}" srcId="{00D3FEE7-0CD2-8D4A-AB61-8C3E06CF942C}" destId="{409F4E25-48B9-B947-8D69-D8439152B30D}" srcOrd="0" destOrd="0" parTransId="{D82D322E-A7FF-F946-A6AB-F0FBA8F90550}" sibTransId="{15253419-5B58-DB4C-9908-A57B3A079939}"/>
    <dgm:cxn modelId="{037EE31C-7785-9143-BD57-139389BBF627}" type="presOf" srcId="{025C0F2F-AD39-7845-8698-DB0C4CE56945}" destId="{5E6BA677-EE9E-B44C-95DD-ABC9951FDC1A}" srcOrd="0" destOrd="0" presId="urn:microsoft.com/office/officeart/2005/8/layout/hList1"/>
    <dgm:cxn modelId="{4BA1F326-F44D-F34D-B13D-267324FC5E39}" type="presOf" srcId="{4045707D-39A8-6C41-A5F3-B80D817F6381}" destId="{48199ECF-9ECB-094C-89CD-490DBF3A362D}" srcOrd="0" destOrd="0" presId="urn:microsoft.com/office/officeart/2005/8/layout/hList1"/>
    <dgm:cxn modelId="{8AACAC27-EB90-E64F-9793-49338003F342}" type="presOf" srcId="{B6DFDE25-10D0-DA42-9B77-BC01D3643336}" destId="{44FA170A-312A-3141-8F0C-9CA95EBD93BF}" srcOrd="0" destOrd="1" presId="urn:microsoft.com/office/officeart/2005/8/layout/hList1"/>
    <dgm:cxn modelId="{BA9AEA2A-880C-9A44-A43A-5B20E5827E29}" type="presOf" srcId="{463A6B4F-BDD1-2844-A7F6-F3C426AEC9CC}" destId="{1421CA2A-BCF1-D24A-BAB2-74C7D06C10AE}" srcOrd="0" destOrd="1" presId="urn:microsoft.com/office/officeart/2005/8/layout/hList1"/>
    <dgm:cxn modelId="{F3A2E03F-C4E2-C948-97A4-4677ADCFA43C}" type="presOf" srcId="{4CA654C5-CCE6-1245-B539-93998E2A147C}" destId="{078836DC-59DA-7D4F-AB9E-9D29A030E249}" srcOrd="0" destOrd="0" presId="urn:microsoft.com/office/officeart/2005/8/layout/hList1"/>
    <dgm:cxn modelId="{BF10BF48-07B0-7C47-82E9-733C178C21DB}" srcId="{4045707D-39A8-6C41-A5F3-B80D817F6381}" destId="{4CA654C5-CCE6-1245-B539-93998E2A147C}" srcOrd="2" destOrd="0" parTransId="{78AAA16F-9F78-3348-96B9-4DBF730D374E}" sibTransId="{6C40C34E-5455-7E47-BAEE-3B197486E590}"/>
    <dgm:cxn modelId="{BE603B49-5C6A-2F4F-BABA-FB0FA2B381C1}" type="presOf" srcId="{00D3FEE7-0CD2-8D4A-AB61-8C3E06CF942C}" destId="{D34D57C1-18BB-3542-98A7-4E66EF0D3127}" srcOrd="0" destOrd="0" presId="urn:microsoft.com/office/officeart/2005/8/layout/hList1"/>
    <dgm:cxn modelId="{F558B453-6ADB-7D4A-99D3-9D1A8549DA5D}" srcId="{4CA654C5-CCE6-1245-B539-93998E2A147C}" destId="{2F8F6930-AD56-6F44-B4BE-236CC39A6401}" srcOrd="0" destOrd="0" parTransId="{473890E5-5C26-6D4B-A349-FED363EC857D}" sibTransId="{06D24276-8009-6F47-9800-2582104906AC}"/>
    <dgm:cxn modelId="{F9278960-20FB-0A48-A902-2548DAAABEBB}" srcId="{4045707D-39A8-6C41-A5F3-B80D817F6381}" destId="{F21ABD22-8C2F-0745-B2F4-33F1CA124BE9}" srcOrd="3" destOrd="0" parTransId="{DC5D7675-6B01-DD40-81C9-3640BF266339}" sibTransId="{95D39ADB-5F92-1043-9632-AC67C3D07E06}"/>
    <dgm:cxn modelId="{9A4DB669-2D5C-7646-B142-15C8DF41E2AC}" type="presOf" srcId="{2F8F6930-AD56-6F44-B4BE-236CC39A6401}" destId="{44FA170A-312A-3141-8F0C-9CA95EBD93BF}" srcOrd="0" destOrd="0" presId="urn:microsoft.com/office/officeart/2005/8/layout/hList1"/>
    <dgm:cxn modelId="{8CCB4774-4846-0444-B16A-250DDE61C4F6}" srcId="{00D3FEE7-0CD2-8D4A-AB61-8C3E06CF942C}" destId="{D00004D2-429B-8044-B772-7ECC9BF758EB}" srcOrd="1" destOrd="0" parTransId="{EA691222-2C7E-B348-B82A-867BCA30C2A6}" sibTransId="{930A4F55-035C-6F4F-AE11-438D9C19A1BD}"/>
    <dgm:cxn modelId="{4A822B80-A011-F049-86BE-A15828331BDB}" srcId="{82845C81-F250-D74F-9668-6FD72692197A}" destId="{463A6B4F-BDD1-2844-A7F6-F3C426AEC9CC}" srcOrd="1" destOrd="0" parTransId="{465CAB2F-4AFA-4742-94BA-9EB6FB84A8AF}" sibTransId="{2E7319AF-6A17-2145-A725-9577D7BDF929}"/>
    <dgm:cxn modelId="{8321B187-AB74-C347-A019-B78611710490}" type="presOf" srcId="{C44AA91A-4A22-0C45-956E-07103FE1A51A}" destId="{1421CA2A-BCF1-D24A-BAB2-74C7D06C10AE}" srcOrd="0" destOrd="0" presId="urn:microsoft.com/office/officeart/2005/8/layout/hList1"/>
    <dgm:cxn modelId="{6DB01090-51D9-8B40-BD95-1F7AD6E65A7D}" srcId="{4045707D-39A8-6C41-A5F3-B80D817F6381}" destId="{82845C81-F250-D74F-9668-6FD72692197A}" srcOrd="1" destOrd="0" parTransId="{E7913DC7-92E9-784D-A809-460A10C49C82}" sibTransId="{A99D84D8-F98E-4745-9C18-6B9D4844FF3D}"/>
    <dgm:cxn modelId="{4829EB94-48A4-0A40-958D-CEDD1CACBF52}" type="presOf" srcId="{94EA10A8-85FA-154D-B445-151CFA64C71D}" destId="{5E6BA677-EE9E-B44C-95DD-ABC9951FDC1A}" srcOrd="0" destOrd="1" presId="urn:microsoft.com/office/officeart/2005/8/layout/hList1"/>
    <dgm:cxn modelId="{1E89BA9A-1BB2-CB42-AA47-1AADC63C1F2F}" type="presOf" srcId="{D00004D2-429B-8044-B772-7ECC9BF758EB}" destId="{0509A3E9-5B26-5140-AB81-3BC8E307B42D}" srcOrd="0" destOrd="1" presId="urn:microsoft.com/office/officeart/2005/8/layout/hList1"/>
    <dgm:cxn modelId="{18569D9F-F03E-494F-8E14-13971E79F4D7}" type="presOf" srcId="{409F4E25-48B9-B947-8D69-D8439152B30D}" destId="{0509A3E9-5B26-5140-AB81-3BC8E307B42D}" srcOrd="0" destOrd="0" presId="urn:microsoft.com/office/officeart/2005/8/layout/hList1"/>
    <dgm:cxn modelId="{DE2999AD-164A-974E-A2B3-9B6A95FC195E}" srcId="{F21ABD22-8C2F-0745-B2F4-33F1CA124BE9}" destId="{025C0F2F-AD39-7845-8698-DB0C4CE56945}" srcOrd="0" destOrd="0" parTransId="{106943CF-6275-0A4C-95C3-BA537C0E3F4A}" sibTransId="{D731503E-4563-DC49-B6FD-BA18061BC433}"/>
    <dgm:cxn modelId="{B2C067B8-2605-8748-BC2A-84DAF8C94281}" type="presOf" srcId="{F21ABD22-8C2F-0745-B2F4-33F1CA124BE9}" destId="{EF8F233A-9DD3-8748-A106-495C87249A01}" srcOrd="0" destOrd="0" presId="urn:microsoft.com/office/officeart/2005/8/layout/hList1"/>
    <dgm:cxn modelId="{12AB30BC-C5E0-A64D-AB91-B895EBB225B0}" srcId="{82845C81-F250-D74F-9668-6FD72692197A}" destId="{C44AA91A-4A22-0C45-956E-07103FE1A51A}" srcOrd="0" destOrd="0" parTransId="{B67E4DB1-E52F-5541-A572-67177499CF61}" sibTransId="{32866B2B-7028-6E4A-8E48-8949F08712BB}"/>
    <dgm:cxn modelId="{96402EE7-9DD0-C140-B95E-9D71048E72B7}" srcId="{4045707D-39A8-6C41-A5F3-B80D817F6381}" destId="{00D3FEE7-0CD2-8D4A-AB61-8C3E06CF942C}" srcOrd="0" destOrd="0" parTransId="{81277F9F-F3BF-3C4E-A694-9E40BDAB49D6}" sibTransId="{3C20126A-9A1E-9B4D-8C1B-ED6CA430CD91}"/>
    <dgm:cxn modelId="{79AC90E9-01E7-1E43-B519-ED68A08F4C2A}" type="presOf" srcId="{82845C81-F250-D74F-9668-6FD72692197A}" destId="{6AF0ACE1-C305-A643-9EA2-B69E0A3C8D5B}" srcOrd="0" destOrd="0" presId="urn:microsoft.com/office/officeart/2005/8/layout/hList1"/>
    <dgm:cxn modelId="{8D5637FB-11F5-294C-BAD9-1728352AC837}" srcId="{F21ABD22-8C2F-0745-B2F4-33F1CA124BE9}" destId="{94EA10A8-85FA-154D-B445-151CFA64C71D}" srcOrd="1" destOrd="0" parTransId="{A59F2A08-8BC7-3340-9E39-9AB6772ECFAA}" sibTransId="{C3F4860B-A0C2-B34C-A3AE-ADF34878653A}"/>
    <dgm:cxn modelId="{DCC4B8A3-FD70-D84C-B206-A0D3CD35DEDD}" type="presParOf" srcId="{48199ECF-9ECB-094C-89CD-490DBF3A362D}" destId="{9D11257A-6408-0147-A600-585F7D569BCC}" srcOrd="0" destOrd="0" presId="urn:microsoft.com/office/officeart/2005/8/layout/hList1"/>
    <dgm:cxn modelId="{91BD4169-7A6B-064D-8467-705D2510998D}" type="presParOf" srcId="{9D11257A-6408-0147-A600-585F7D569BCC}" destId="{D34D57C1-18BB-3542-98A7-4E66EF0D3127}" srcOrd="0" destOrd="0" presId="urn:microsoft.com/office/officeart/2005/8/layout/hList1"/>
    <dgm:cxn modelId="{9B39BA8E-37E6-854A-95EF-6E65F6D1B931}" type="presParOf" srcId="{9D11257A-6408-0147-A600-585F7D569BCC}" destId="{0509A3E9-5B26-5140-AB81-3BC8E307B42D}" srcOrd="1" destOrd="0" presId="urn:microsoft.com/office/officeart/2005/8/layout/hList1"/>
    <dgm:cxn modelId="{E3520807-C186-DD46-9628-3C6F389BC6AD}" type="presParOf" srcId="{48199ECF-9ECB-094C-89CD-490DBF3A362D}" destId="{21A2B6C9-CC9B-1D40-83DE-7F3C09F8E9CE}" srcOrd="1" destOrd="0" presId="urn:microsoft.com/office/officeart/2005/8/layout/hList1"/>
    <dgm:cxn modelId="{E7E74834-1B11-F04C-AFBB-A82FE468E257}" type="presParOf" srcId="{48199ECF-9ECB-094C-89CD-490DBF3A362D}" destId="{8062E944-6621-1241-A006-27D3B6E1D0E4}" srcOrd="2" destOrd="0" presId="urn:microsoft.com/office/officeart/2005/8/layout/hList1"/>
    <dgm:cxn modelId="{D58B366D-06D5-7940-B70E-C62BA880F504}" type="presParOf" srcId="{8062E944-6621-1241-A006-27D3B6E1D0E4}" destId="{6AF0ACE1-C305-A643-9EA2-B69E0A3C8D5B}" srcOrd="0" destOrd="0" presId="urn:microsoft.com/office/officeart/2005/8/layout/hList1"/>
    <dgm:cxn modelId="{7250DF8B-AC53-474B-8473-14EADFE55589}" type="presParOf" srcId="{8062E944-6621-1241-A006-27D3B6E1D0E4}" destId="{1421CA2A-BCF1-D24A-BAB2-74C7D06C10AE}" srcOrd="1" destOrd="0" presId="urn:microsoft.com/office/officeart/2005/8/layout/hList1"/>
    <dgm:cxn modelId="{201F30B3-7A4F-154C-A75C-85192E2FDA43}" type="presParOf" srcId="{48199ECF-9ECB-094C-89CD-490DBF3A362D}" destId="{EBD0AB46-BFEA-124A-835B-C6EEA350D138}" srcOrd="3" destOrd="0" presId="urn:microsoft.com/office/officeart/2005/8/layout/hList1"/>
    <dgm:cxn modelId="{72035E36-80F2-C64D-B0B4-32A7A013B551}" type="presParOf" srcId="{48199ECF-9ECB-094C-89CD-490DBF3A362D}" destId="{C2A93445-A9BB-CE4E-84ED-3439A33D7439}" srcOrd="4" destOrd="0" presId="urn:microsoft.com/office/officeart/2005/8/layout/hList1"/>
    <dgm:cxn modelId="{C4F75E39-79A3-CE44-8987-B5CF354BAE46}" type="presParOf" srcId="{C2A93445-A9BB-CE4E-84ED-3439A33D7439}" destId="{078836DC-59DA-7D4F-AB9E-9D29A030E249}" srcOrd="0" destOrd="0" presId="urn:microsoft.com/office/officeart/2005/8/layout/hList1"/>
    <dgm:cxn modelId="{8D273EB5-1AE4-0146-92FB-DC36954E6FD8}" type="presParOf" srcId="{C2A93445-A9BB-CE4E-84ED-3439A33D7439}" destId="{44FA170A-312A-3141-8F0C-9CA95EBD93BF}" srcOrd="1" destOrd="0" presId="urn:microsoft.com/office/officeart/2005/8/layout/hList1"/>
    <dgm:cxn modelId="{88B00D07-6EEB-B645-B76B-FF0B121ACDBD}" type="presParOf" srcId="{48199ECF-9ECB-094C-89CD-490DBF3A362D}" destId="{5C4449A2-0BB4-A04F-845B-52576517B935}" srcOrd="5" destOrd="0" presId="urn:microsoft.com/office/officeart/2005/8/layout/hList1"/>
    <dgm:cxn modelId="{BD228566-F482-6046-A757-A0B26A57B3C1}" type="presParOf" srcId="{48199ECF-9ECB-094C-89CD-490DBF3A362D}" destId="{8BEC2493-CB02-8A47-A66F-9F6416EFC87C}" srcOrd="6" destOrd="0" presId="urn:microsoft.com/office/officeart/2005/8/layout/hList1"/>
    <dgm:cxn modelId="{B1747EC7-BA69-DE43-9EF4-BEC10698282F}" type="presParOf" srcId="{8BEC2493-CB02-8A47-A66F-9F6416EFC87C}" destId="{EF8F233A-9DD3-8748-A106-495C87249A01}" srcOrd="0" destOrd="0" presId="urn:microsoft.com/office/officeart/2005/8/layout/hList1"/>
    <dgm:cxn modelId="{56826AA8-DBE1-AD43-A9BD-8D65C0757262}" type="presParOf" srcId="{8BEC2493-CB02-8A47-A66F-9F6416EFC87C}" destId="{5E6BA677-EE9E-B44C-95DD-ABC9951FDC1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4D57C1-18BB-3542-98A7-4E66EF0D3127}">
      <dsp:nvSpPr>
        <dsp:cNvPr id="0" name=""/>
        <dsp:cNvSpPr/>
      </dsp:nvSpPr>
      <dsp:spPr>
        <a:xfrm>
          <a:off x="4147" y="385276"/>
          <a:ext cx="2493587" cy="694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Extended </a:t>
          </a:r>
          <a:r>
            <a:rPr lang="en-GB" sz="2000" kern="1200" dirty="0" err="1"/>
            <a:t>IBTrACS</a:t>
          </a:r>
          <a:endParaRPr lang="en-GB" sz="2000" kern="1200" dirty="0"/>
        </a:p>
      </dsp:txBody>
      <dsp:txXfrm>
        <a:off x="4147" y="385276"/>
        <a:ext cx="2493587" cy="694528"/>
      </dsp:txXfrm>
    </dsp:sp>
    <dsp:sp modelId="{0509A3E9-5B26-5140-AB81-3BC8E307B42D}">
      <dsp:nvSpPr>
        <dsp:cNvPr id="0" name=""/>
        <dsp:cNvSpPr/>
      </dsp:nvSpPr>
      <dsp:spPr>
        <a:xfrm>
          <a:off x="4147" y="1079805"/>
          <a:ext cx="2493587" cy="22131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Tropical origin criterion: is in </a:t>
          </a:r>
          <a:r>
            <a:rPr lang="en-GB" sz="2000" kern="1200" dirty="0" err="1"/>
            <a:t>IBTrACS</a:t>
          </a:r>
          <a:endParaRPr lang="en-GB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"real" tracks: </a:t>
          </a:r>
          <a:r>
            <a:rPr lang="en-GB" sz="2000" kern="1200" dirty="0" err="1"/>
            <a:t>Obs</a:t>
          </a:r>
          <a:r>
            <a:rPr lang="en-GB" sz="2000" kern="1200" dirty="0"/>
            <a:t>+(re)analysis </a:t>
          </a:r>
        </a:p>
      </dsp:txBody>
      <dsp:txXfrm>
        <a:off x="4147" y="1079805"/>
        <a:ext cx="2493587" cy="2213156"/>
      </dsp:txXfrm>
    </dsp:sp>
    <dsp:sp modelId="{6AF0ACE1-C305-A643-9EA2-B69E0A3C8D5B}">
      <dsp:nvSpPr>
        <dsp:cNvPr id="0" name=""/>
        <dsp:cNvSpPr/>
      </dsp:nvSpPr>
      <dsp:spPr>
        <a:xfrm>
          <a:off x="2846836" y="385276"/>
          <a:ext cx="2493587" cy="694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Leo’s reanalysis CTO catalogues</a:t>
          </a:r>
        </a:p>
      </dsp:txBody>
      <dsp:txXfrm>
        <a:off x="2846836" y="385276"/>
        <a:ext cx="2493587" cy="694528"/>
      </dsp:txXfrm>
    </dsp:sp>
    <dsp:sp modelId="{1421CA2A-BCF1-D24A-BAB2-74C7D06C10AE}">
      <dsp:nvSpPr>
        <dsp:cNvPr id="0" name=""/>
        <dsp:cNvSpPr/>
      </dsp:nvSpPr>
      <dsp:spPr>
        <a:xfrm>
          <a:off x="2846836" y="1079805"/>
          <a:ext cx="2493587" cy="22131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Tropical origin criterion: Leo's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"Real" tracks: Reanalysis</a:t>
          </a:r>
        </a:p>
      </dsp:txBody>
      <dsp:txXfrm>
        <a:off x="2846836" y="1079805"/>
        <a:ext cx="2493587" cy="2213156"/>
      </dsp:txXfrm>
    </dsp:sp>
    <dsp:sp modelId="{078836DC-59DA-7D4F-AB9E-9D29A030E249}">
      <dsp:nvSpPr>
        <dsp:cNvPr id="0" name=""/>
        <dsp:cNvSpPr/>
      </dsp:nvSpPr>
      <dsp:spPr>
        <a:xfrm>
          <a:off x="5689526" y="385276"/>
          <a:ext cx="2493587" cy="694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Counterfactual events catalogue</a:t>
          </a:r>
        </a:p>
      </dsp:txBody>
      <dsp:txXfrm>
        <a:off x="5689526" y="385276"/>
        <a:ext cx="2493587" cy="694528"/>
      </dsp:txXfrm>
    </dsp:sp>
    <dsp:sp modelId="{44FA170A-312A-3141-8F0C-9CA95EBD93BF}">
      <dsp:nvSpPr>
        <dsp:cNvPr id="0" name=""/>
        <dsp:cNvSpPr/>
      </dsp:nvSpPr>
      <dsp:spPr>
        <a:xfrm>
          <a:off x="5689526" y="1079805"/>
          <a:ext cx="2493587" cy="22131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Tropical origin criterion: </a:t>
          </a:r>
          <a:r>
            <a:rPr lang="en-GB" sz="2000" kern="1200" dirty="0" err="1"/>
            <a:t>IBTrACS</a:t>
          </a:r>
          <a:r>
            <a:rPr lang="en-GB" sz="2000" kern="1200" dirty="0"/>
            <a:t> or Leo's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forecasts/hindcasts alternative trajectories to initialized cyclones</a:t>
          </a:r>
        </a:p>
      </dsp:txBody>
      <dsp:txXfrm>
        <a:off x="5689526" y="1079805"/>
        <a:ext cx="2493587" cy="2213156"/>
      </dsp:txXfrm>
    </dsp:sp>
    <dsp:sp modelId="{EF8F233A-9DD3-8748-A106-495C87249A01}">
      <dsp:nvSpPr>
        <dsp:cNvPr id="0" name=""/>
        <dsp:cNvSpPr/>
      </dsp:nvSpPr>
      <dsp:spPr>
        <a:xfrm>
          <a:off x="8532215" y="385276"/>
          <a:ext cx="2493587" cy="69452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2240" tIns="81280" rIns="142240" bIns="8128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Unseen events catalogue</a:t>
          </a:r>
        </a:p>
      </dsp:txBody>
      <dsp:txXfrm>
        <a:off x="8532215" y="385276"/>
        <a:ext cx="2493587" cy="694528"/>
      </dsp:txXfrm>
    </dsp:sp>
    <dsp:sp modelId="{5E6BA677-EE9E-B44C-95DD-ABC9951FDC1A}">
      <dsp:nvSpPr>
        <dsp:cNvPr id="0" name=""/>
        <dsp:cNvSpPr/>
      </dsp:nvSpPr>
      <dsp:spPr>
        <a:xfrm>
          <a:off x="8532215" y="1079805"/>
          <a:ext cx="2493587" cy="2213156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Tropical origin criterion: Leo's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2000" kern="1200" dirty="0"/>
            <a:t>forecasts/hindcasts unseen (un-initialized) trajectories</a:t>
          </a:r>
        </a:p>
      </dsp:txBody>
      <dsp:txXfrm>
        <a:off x="8532215" y="1079805"/>
        <a:ext cx="2493587" cy="22131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66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027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1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091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6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23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07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286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231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975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238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9F15558-3867-3A4A-86F4-4FA3E054EA2B}" type="datetimeFigureOut">
              <a:rPr lang="en-US" smtClean="0"/>
              <a:t>4/8/25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600226CE-3EC6-CC46-BDF0-575740D3A4AD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3797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racan-project/extended-ibtracs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364A9-683E-40FD-2432-F718FBF8D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“Extended </a:t>
            </a:r>
            <a:r>
              <a:rPr lang="en-US" dirty="0" err="1"/>
              <a:t>IBTrACS</a:t>
            </a:r>
            <a:r>
              <a:rPr lang="en-US" dirty="0"/>
              <a:t>” catalogue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EDF45F-5873-4943-3749-EE91EB7EFF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3654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32069-11C4-F14D-A6F3-CD1622749A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64600-C9C5-5BFE-5C12-FF49F475A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IBTrACS</a:t>
            </a:r>
            <a:r>
              <a:rPr lang="en-US" dirty="0"/>
              <a:t> is our best estimate of “observational truth” for tropical cyclones</a:t>
            </a:r>
          </a:p>
          <a:p>
            <a:pPr lvl="1"/>
            <a:r>
              <a:rPr lang="en-US" dirty="0"/>
              <a:t>However, in many cases, it does not capture the end (nor the very beginning) of the lifecycle</a:t>
            </a:r>
          </a:p>
          <a:p>
            <a:r>
              <a:rPr lang="en-US" dirty="0"/>
              <a:t>On the other hand, the entire lifecycle can be captured from (re)analyses, using objective cyclone trackers</a:t>
            </a:r>
          </a:p>
          <a:p>
            <a:pPr lvl="1"/>
            <a:r>
              <a:rPr lang="en-US" dirty="0"/>
              <a:t>But these trackers can have false alarms which never actually were tropical</a:t>
            </a:r>
          </a:p>
          <a:p>
            <a:r>
              <a:rPr lang="en-US" dirty="0"/>
              <a:t>So we combine all the available information by matching the </a:t>
            </a:r>
            <a:r>
              <a:rPr lang="en-US" dirty="0" err="1"/>
              <a:t>IBTrACS</a:t>
            </a:r>
            <a:r>
              <a:rPr lang="en-US" dirty="0"/>
              <a:t> tracks to the (re)analyses detected ones, in a dataset that contains most of the information we can gather from these datasets</a:t>
            </a:r>
          </a:p>
        </p:txBody>
      </p:sp>
    </p:spTree>
    <p:extLst>
      <p:ext uri="{BB962C8B-B14F-4D97-AF65-F5344CB8AC3E}">
        <p14:creationId xmlns:p14="http://schemas.microsoft.com/office/powerpoint/2010/main" val="3026452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38335-BA16-F5EB-DDF9-D4C8CAA4D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it fit in Huracan’s catalogues plans?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7B5A3C8-776F-3DFB-AA14-0B66F2C9CE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395455"/>
              </p:ext>
            </p:extLst>
          </p:nvPr>
        </p:nvGraphicFramePr>
        <p:xfrm>
          <a:off x="581025" y="2181225"/>
          <a:ext cx="11029950" cy="36782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769AE6-CA12-76FD-AD4A-EC15C47D05F2}"/>
              </a:ext>
            </a:extLst>
          </p:cNvPr>
          <p:cNvSpPr txBox="1"/>
          <p:nvPr/>
        </p:nvSpPr>
        <p:spPr>
          <a:xfrm>
            <a:off x="581025" y="1964267"/>
            <a:ext cx="78771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NB: Suggested/provisional names</a:t>
            </a:r>
          </a:p>
        </p:txBody>
      </p:sp>
    </p:spTree>
    <p:extLst>
      <p:ext uri="{BB962C8B-B14F-4D97-AF65-F5344CB8AC3E}">
        <p14:creationId xmlns:p14="http://schemas.microsoft.com/office/powerpoint/2010/main" val="17678362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4E8F0-6980-E4CF-DA99-9EF8B956D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Extended </a:t>
            </a:r>
            <a:r>
              <a:rPr lang="en-US" dirty="0" err="1"/>
              <a:t>IBTrACS</a:t>
            </a:r>
            <a:r>
              <a:rPr lang="en-US" dirty="0"/>
              <a:t>’ TRACKS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39AE6-404C-3B7C-4214-6B120E1FF7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espECIALLY</a:t>
            </a:r>
            <a:r>
              <a:rPr lang="en-US" dirty="0"/>
              <a:t> in the mid-latitudes</a:t>
            </a:r>
          </a:p>
        </p:txBody>
      </p:sp>
    </p:spTree>
    <p:extLst>
      <p:ext uri="{BB962C8B-B14F-4D97-AF65-F5344CB8AC3E}">
        <p14:creationId xmlns:p14="http://schemas.microsoft.com/office/powerpoint/2010/main" val="1991708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48551-039A-6C72-9CF0-AABA99887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DB5B0-5404-75AB-3533-A8A0C83E9C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355771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IBTrACS</a:t>
            </a:r>
            <a:endParaRPr lang="en-US" dirty="0"/>
          </a:p>
          <a:p>
            <a:pPr lvl="1"/>
            <a:r>
              <a:rPr lang="en-US" dirty="0"/>
              <a:t>I use the North Atlantic subset, </a:t>
            </a:r>
            <a:r>
              <a:rPr lang="en-US" b="1" u="sng" dirty="0"/>
              <a:t>as is</a:t>
            </a:r>
            <a:r>
              <a:rPr lang="en-US" dirty="0"/>
              <a:t>.</a:t>
            </a:r>
          </a:p>
          <a:p>
            <a:pPr lvl="1"/>
            <a:r>
              <a:rPr lang="en-US" b="1" u="sng" dirty="0"/>
              <a:t>No filtering:</a:t>
            </a:r>
            <a:r>
              <a:rPr lang="en-US" dirty="0"/>
              <a:t> all tracks, however short or weak or uncertain that are in </a:t>
            </a:r>
            <a:r>
              <a:rPr lang="en-US" dirty="0" err="1"/>
              <a:t>IBTrACS</a:t>
            </a:r>
            <a:r>
              <a:rPr lang="en-US" dirty="0"/>
              <a:t> will be in the dataset. But it is easy to filter afterwards.</a:t>
            </a:r>
          </a:p>
          <a:p>
            <a:r>
              <a:rPr lang="en-US" dirty="0"/>
              <a:t>(Re)analyses: Using available TRACK &amp; </a:t>
            </a:r>
            <a:r>
              <a:rPr lang="en-US" dirty="0" err="1"/>
              <a:t>SyCLoPS</a:t>
            </a:r>
            <a:r>
              <a:rPr lang="en-US" dirty="0"/>
              <a:t> data</a:t>
            </a:r>
          </a:p>
          <a:p>
            <a:pPr lvl="1"/>
            <a:r>
              <a:rPr lang="en-US" dirty="0"/>
              <a:t>ERA20C: TRACK: 1901-2010</a:t>
            </a:r>
          </a:p>
          <a:p>
            <a:pPr lvl="1"/>
            <a:r>
              <a:rPr lang="en-US" dirty="0"/>
              <a:t>ERA5: </a:t>
            </a:r>
          </a:p>
          <a:p>
            <a:pPr lvl="2"/>
            <a:r>
              <a:rPr lang="en-US" dirty="0"/>
              <a:t>TRACK: 1940-2022</a:t>
            </a:r>
          </a:p>
          <a:p>
            <a:pPr lvl="2"/>
            <a:r>
              <a:rPr lang="en-US" dirty="0" err="1"/>
              <a:t>SyCLoPS</a:t>
            </a:r>
            <a:r>
              <a:rPr lang="en-US" dirty="0"/>
              <a:t>: 1979-2022</a:t>
            </a:r>
          </a:p>
          <a:p>
            <a:pPr lvl="1"/>
            <a:r>
              <a:rPr lang="en-US" dirty="0"/>
              <a:t>JRA3Q: TRACK: 1948-2023</a:t>
            </a:r>
          </a:p>
          <a:p>
            <a:pPr lvl="1"/>
            <a:r>
              <a:rPr lang="en-US" dirty="0"/>
              <a:t>ECMWF-OP-AN (Operational analysis): 2006-2024 (NB: inhomogeneous resolution, increasing with time)</a:t>
            </a:r>
          </a:p>
          <a:p>
            <a:r>
              <a:rPr lang="en-US" i="1" dirty="0"/>
              <a:t>It is easy to add new datasets if the cyclone track have been detected already. </a:t>
            </a:r>
            <a:r>
              <a:rPr lang="en-GB" i="1" dirty="0"/>
              <a:t>Ideally, this tracking should include any cyclone track regardless of nature (i.e. no TC </a:t>
            </a:r>
            <a:r>
              <a:rPr lang="en-GB" i="1" dirty="0" err="1"/>
              <a:t>identfication</a:t>
            </a:r>
            <a:r>
              <a:rPr lang="en-GB" i="1" dirty="0"/>
              <a:t> criterion has been applied) as the </a:t>
            </a:r>
            <a:r>
              <a:rPr lang="en-GB" i="1" dirty="0" err="1"/>
              <a:t>IBTrACS</a:t>
            </a:r>
            <a:r>
              <a:rPr lang="en-GB" i="1" dirty="0"/>
              <a:t> matching will take care of identification. To provide added value, it is desirable that the tracking provides tracks that last for longer than they do in </a:t>
            </a:r>
            <a:r>
              <a:rPr lang="en-GB" i="1" dirty="0" err="1"/>
              <a:t>IBTrACS</a:t>
            </a:r>
            <a:r>
              <a:rPr lang="en-GB" i="1" dirty="0"/>
              <a:t>. If the point is to add more/better information to track over their recorded lifecycle, it is likely preferable to retrieve this information using </a:t>
            </a:r>
            <a:r>
              <a:rPr lang="en-GB" i="1" dirty="0" err="1"/>
              <a:t>IBTrACS</a:t>
            </a:r>
            <a:r>
              <a:rPr lang="en-GB" i="1" dirty="0"/>
              <a:t> tracks in the first place.</a:t>
            </a: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757761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60939-2DC6-DFDA-7BFB-4EC7A7455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Matching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4A653-57EC-45DA-E378-E56E921E9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4672" y="1852788"/>
            <a:ext cx="5127170" cy="4351338"/>
          </a:xfrm>
        </p:spPr>
        <p:txBody>
          <a:bodyPr/>
          <a:lstStyle/>
          <a:p>
            <a:r>
              <a:rPr lang="en-US" dirty="0"/>
              <a:t>Following procedure from Bourdin et al. (2022), implemented in </a:t>
            </a:r>
            <a:r>
              <a:rPr lang="en-US" dirty="0" err="1"/>
              <a:t>HuracanPy</a:t>
            </a:r>
            <a:endParaRPr lang="en-US" dirty="0"/>
          </a:p>
          <a:p>
            <a:r>
              <a:rPr lang="en-US" dirty="0"/>
              <a:t>Example Lili 1996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5FE1A2D6-DDD4-EC81-3459-7A24F276326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63"/>
          <a:stretch/>
        </p:blipFill>
        <p:spPr bwMode="auto">
          <a:xfrm>
            <a:off x="6955972" y="26693"/>
            <a:ext cx="5127171" cy="6804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AF2AB04-CBC1-90B0-55F3-F6A29613E777}"/>
              </a:ext>
            </a:extLst>
          </p:cNvPr>
          <p:cNvSpPr txBox="1"/>
          <p:nvPr/>
        </p:nvSpPr>
        <p:spPr>
          <a:xfrm>
            <a:off x="5814192" y="702156"/>
            <a:ext cx="3080657" cy="14773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ERA5 (TRACK), a matching track is found, with 59 matching time steps and a mean matching distance of 60km.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60DF57-C151-8A71-8627-E0C1423F4F98}"/>
              </a:ext>
            </a:extLst>
          </p:cNvPr>
          <p:cNvSpPr txBox="1"/>
          <p:nvPr/>
        </p:nvSpPr>
        <p:spPr>
          <a:xfrm>
            <a:off x="5819031" y="4308115"/>
            <a:ext cx="308065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In ERA20C (TRACK), 2 matching tracks are found. They will be concatenated into one trajectory.</a:t>
            </a:r>
          </a:p>
        </p:txBody>
      </p:sp>
    </p:spTree>
    <p:extLst>
      <p:ext uri="{BB962C8B-B14F-4D97-AF65-F5344CB8AC3E}">
        <p14:creationId xmlns:p14="http://schemas.microsoft.com/office/powerpoint/2010/main" val="13683568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0D412-27C4-CBA1-07D2-CD0F19D7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Gathering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91813C-FB91-A870-3AE9-87073A53E4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5269275" cy="3678303"/>
          </a:xfrm>
        </p:spPr>
        <p:txBody>
          <a:bodyPr/>
          <a:lstStyle/>
          <a:p>
            <a:r>
              <a:rPr lang="en-US" dirty="0"/>
              <a:t>For a given </a:t>
            </a:r>
            <a:r>
              <a:rPr lang="en-US" dirty="0" err="1"/>
              <a:t>IBTrACS</a:t>
            </a:r>
            <a:r>
              <a:rPr lang="en-US" dirty="0"/>
              <a:t> track, matching (re)analyses tracks are gathered</a:t>
            </a:r>
          </a:p>
          <a:p>
            <a:endParaRPr lang="en-US" dirty="0"/>
          </a:p>
          <a:p>
            <a:r>
              <a:rPr lang="en-US" dirty="0"/>
              <a:t>Side note: We observe that not only this approach help us prolong the tracks, it also provides a sense of (un)certainty when the different products agree (or not) on the extension of a track.</a:t>
            </a:r>
          </a:p>
          <a:p>
            <a:endParaRPr lang="en-US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0898EFB5-6F21-038C-6589-B02087C026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1270" y="199340"/>
            <a:ext cx="4495130" cy="3497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>
            <a:extLst>
              <a:ext uri="{FF2B5EF4-FFF2-40B4-BE49-F238E27FC236}">
                <a16:creationId xmlns:a16="http://schemas.microsoft.com/office/drawing/2014/main" id="{3C2AB348-9BB7-21B7-5528-63D3F64471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8933" y="3697113"/>
            <a:ext cx="2514044" cy="3094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BC5B5A9D-DFB4-8E0B-8C48-68C4D867B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720831"/>
            <a:ext cx="3572933" cy="30704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7336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3786-1195-4C6E-A9DE-F5D98AA05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D1090A-8405-35CB-5E6B-E72F494B5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5159829" cy="4351338"/>
          </a:xfrm>
        </p:spPr>
        <p:txBody>
          <a:bodyPr/>
          <a:lstStyle/>
          <a:p>
            <a:r>
              <a:rPr lang="en-US" dirty="0"/>
              <a:t>Visual validation of tracks</a:t>
            </a:r>
          </a:p>
          <a:p>
            <a:r>
              <a:rPr lang="en-US" dirty="0"/>
              <a:t>Matching distance is of the order of magnitude of the </a:t>
            </a:r>
            <a:r>
              <a:rPr lang="en-US" dirty="0" err="1"/>
              <a:t>datasets’</a:t>
            </a:r>
            <a:r>
              <a:rPr lang="en-US" dirty="0"/>
              <a:t> grid size</a:t>
            </a:r>
          </a:p>
        </p:txBody>
      </p:sp>
      <p:pic>
        <p:nvPicPr>
          <p:cNvPr id="4097" name="Picture 1">
            <a:extLst>
              <a:ext uri="{FF2B5EF4-FFF2-40B4-BE49-F238E27FC236}">
                <a16:creationId xmlns:a16="http://schemas.microsoft.com/office/drawing/2014/main" id="{4C887704-394C-59B1-8D6B-24200C5B8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9047" y="0"/>
            <a:ext cx="456144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78AA24F9-335E-115D-5024-4C84C50A2F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9818" y="3429000"/>
            <a:ext cx="4752182" cy="34935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540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61D6F-CCCE-03DF-647E-09447860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Minimal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E0287-299A-3094-FA00-721F8B870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5534" y="1947598"/>
            <a:ext cx="3679371" cy="4351338"/>
          </a:xfrm>
        </p:spPr>
        <p:txBody>
          <a:bodyPr/>
          <a:lstStyle/>
          <a:p>
            <a:r>
              <a:rPr lang="en-US" dirty="0" err="1"/>
              <a:t>extended_ibtracs.nc</a:t>
            </a:r>
            <a:endParaRPr lang="en-US" dirty="0"/>
          </a:p>
          <a:p>
            <a:r>
              <a:rPr lang="en-US" dirty="0"/>
              <a:t>Usual record dimension x dataset dimension</a:t>
            </a:r>
          </a:p>
          <a:p>
            <a:r>
              <a:rPr lang="en-US" dirty="0" err="1"/>
              <a:t>track_id</a:t>
            </a:r>
            <a:r>
              <a:rPr lang="en-US" dirty="0"/>
              <a:t> is </a:t>
            </a:r>
            <a:r>
              <a:rPr lang="en-US" dirty="0" err="1"/>
              <a:t>IBTrACS</a:t>
            </a:r>
            <a:r>
              <a:rPr lang="en-US" dirty="0"/>
              <a:t> track ID</a:t>
            </a:r>
          </a:p>
          <a:p>
            <a:r>
              <a:rPr lang="en-US" dirty="0"/>
              <a:t>Includes position in space and time + intensity (pressure &amp; wind)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40A569-722A-0A14-66CE-19E861078523}"/>
              </a:ext>
            </a:extLst>
          </p:cNvPr>
          <p:cNvSpPr txBox="1"/>
          <p:nvPr/>
        </p:nvSpPr>
        <p:spPr>
          <a:xfrm>
            <a:off x="4911673" y="3735659"/>
            <a:ext cx="6908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 </a:t>
            </a:r>
            <a:r>
              <a:rPr lang="en-US" dirty="0" err="1"/>
              <a:t>pres</a:t>
            </a:r>
            <a:endParaRPr lang="en-US" dirty="0"/>
          </a:p>
          <a:p>
            <a:r>
              <a:rPr lang="en-US" dirty="0"/>
              <a:t>+ wind10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E60B51-4ACC-41D7-3EE2-60321EB9F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066" y="2196051"/>
            <a:ext cx="7772400" cy="3854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671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733BF0-81EB-B0F6-5348-9712EEF8C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255" t="20172" b="2646"/>
          <a:stretch/>
        </p:blipFill>
        <p:spPr>
          <a:xfrm>
            <a:off x="4713666" y="664029"/>
            <a:ext cx="7330604" cy="582884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4D9DD38-64F3-E74E-0727-E0E15CB3E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2928257" cy="1325563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9DB65-1949-0733-B3E3-5DD7556C3AD0}"/>
              </a:ext>
            </a:extLst>
          </p:cNvPr>
          <p:cNvSpPr txBox="1"/>
          <p:nvPr/>
        </p:nvSpPr>
        <p:spPr>
          <a:xfrm>
            <a:off x="5867400" y="27668"/>
            <a:ext cx="52795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Record represents time step in the track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4D8EB0D-BE8F-225D-B287-6EE02F0BCD54}"/>
              </a:ext>
            </a:extLst>
          </p:cNvPr>
          <p:cNvCxnSpPr/>
          <p:nvPr/>
        </p:nvCxnSpPr>
        <p:spPr>
          <a:xfrm flipH="1">
            <a:off x="5225143" y="239486"/>
            <a:ext cx="500743" cy="42454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71BE55D-6F3E-CDD6-377F-048ECD132C6C}"/>
              </a:ext>
            </a:extLst>
          </p:cNvPr>
          <p:cNvCxnSpPr>
            <a:cxnSpLocks/>
          </p:cNvCxnSpPr>
          <p:nvPr/>
        </p:nvCxnSpPr>
        <p:spPr>
          <a:xfrm>
            <a:off x="10254953" y="245889"/>
            <a:ext cx="666572" cy="37618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639780-DA6D-ADA7-074D-994048E6D49B}"/>
              </a:ext>
            </a:extLst>
          </p:cNvPr>
          <p:cNvSpPr txBox="1"/>
          <p:nvPr/>
        </p:nvSpPr>
        <p:spPr>
          <a:xfrm>
            <a:off x="82865" y="1740998"/>
            <a:ext cx="3058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2. For a given record/time step, data is provided for each dataset that has a matching track at this time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04287AF-C171-7B92-2D05-488A8B10E3C0}"/>
              </a:ext>
            </a:extLst>
          </p:cNvPr>
          <p:cNvSpPr/>
          <p:nvPr/>
        </p:nvSpPr>
        <p:spPr>
          <a:xfrm>
            <a:off x="4646369" y="1049898"/>
            <a:ext cx="578774" cy="1401510"/>
          </a:xfrm>
          <a:prstGeom prst="lef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6CA58C-9AB4-75AC-4D65-466B4D1523C5}"/>
              </a:ext>
            </a:extLst>
          </p:cNvPr>
          <p:cNvSpPr txBox="1"/>
          <p:nvPr/>
        </p:nvSpPr>
        <p:spPr>
          <a:xfrm>
            <a:off x="3492129" y="1489043"/>
            <a:ext cx="1058660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dirty="0"/>
              <a:t>Matching data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92F2BB4-266A-3C5D-E86B-B08F58A027EC}"/>
              </a:ext>
            </a:extLst>
          </p:cNvPr>
          <p:cNvCxnSpPr>
            <a:cxnSpLocks/>
          </p:cNvCxnSpPr>
          <p:nvPr/>
        </p:nvCxnSpPr>
        <p:spPr>
          <a:xfrm>
            <a:off x="4616256" y="2713018"/>
            <a:ext cx="608887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6290A05A-21D2-65A9-F5DB-080466994F23}"/>
              </a:ext>
            </a:extLst>
          </p:cNvPr>
          <p:cNvSpPr txBox="1"/>
          <p:nvPr/>
        </p:nvSpPr>
        <p:spPr>
          <a:xfrm>
            <a:off x="2924671" y="2451408"/>
            <a:ext cx="1673908" cy="5232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r"/>
            <a:r>
              <a:rPr lang="en-US" sz="1400" dirty="0"/>
              <a:t>No match with this dataset at this time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9AF722-0463-0F3E-C8C7-ADACC02295E6}"/>
              </a:ext>
            </a:extLst>
          </p:cNvPr>
          <p:cNvSpPr txBox="1"/>
          <p:nvPr/>
        </p:nvSpPr>
        <p:spPr>
          <a:xfrm>
            <a:off x="82865" y="3266200"/>
            <a:ext cx="30586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3. For matching points, longitude and latitude of the (re)analysis cyclone center (as defined by the tracker) is provided + intensity.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2987CA-4F88-1963-F69C-7F7A1C3409B8}"/>
              </a:ext>
            </a:extLst>
          </p:cNvPr>
          <p:cNvSpPr txBox="1"/>
          <p:nvPr/>
        </p:nvSpPr>
        <p:spPr>
          <a:xfrm>
            <a:off x="82865" y="5015547"/>
            <a:ext cx="305868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NB: Some products only provided 6-hourly data while </a:t>
            </a:r>
            <a:r>
              <a:rPr lang="en-US" dirty="0" err="1"/>
              <a:t>IBTrACS</a:t>
            </a:r>
            <a:r>
              <a:rPr lang="en-US" dirty="0"/>
              <a:t> is 3-hourly, hence there might be “gaps” for a given (re)analysis track.</a:t>
            </a:r>
          </a:p>
        </p:txBody>
      </p:sp>
    </p:spTree>
    <p:extLst>
      <p:ext uri="{BB962C8B-B14F-4D97-AF65-F5344CB8AC3E}">
        <p14:creationId xmlns:p14="http://schemas.microsoft.com/office/powerpoint/2010/main" val="4108434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0B7E8-3BFB-CE73-1A52-36BFACAF2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57595-DE33-6F9C-9005-7C1CADF7F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4287416"/>
          </a:xfrm>
        </p:spPr>
        <p:txBody>
          <a:bodyPr>
            <a:normAutofit/>
          </a:bodyPr>
          <a:lstStyle/>
          <a:p>
            <a:r>
              <a:rPr lang="en-US" sz="2000" dirty="0"/>
              <a:t>Several additional attributes are provided:</a:t>
            </a:r>
          </a:p>
          <a:p>
            <a:pPr lvl="1"/>
            <a:r>
              <a:rPr lang="en-US" sz="1800" dirty="0"/>
              <a:t>CPS parameters (from ERA5 and JRA3Q)</a:t>
            </a:r>
          </a:p>
          <a:p>
            <a:pPr lvl="1"/>
            <a:r>
              <a:rPr lang="en-US" sz="1800" dirty="0"/>
              <a:t>Translation speed and direction</a:t>
            </a:r>
          </a:p>
          <a:p>
            <a:pPr lvl="1"/>
            <a:r>
              <a:rPr lang="en-US" sz="1800" dirty="0" err="1"/>
              <a:t>IBTrACS</a:t>
            </a:r>
            <a:r>
              <a:rPr lang="en-US" sz="1800" dirty="0"/>
              <a:t> attributes (such as “nature”, “</a:t>
            </a:r>
            <a:r>
              <a:rPr lang="en-US" sz="1800" dirty="0" err="1"/>
              <a:t>sshs</a:t>
            </a:r>
            <a:r>
              <a:rPr lang="en-US" sz="1800" dirty="0"/>
              <a:t>”, etc.)</a:t>
            </a:r>
          </a:p>
          <a:p>
            <a:pPr lvl="1"/>
            <a:r>
              <a:rPr lang="en-US" sz="1800" dirty="0"/>
              <a:t>More can be added following the same template!</a:t>
            </a:r>
          </a:p>
          <a:p>
            <a:r>
              <a:rPr lang="en-US" sz="2000" dirty="0"/>
              <a:t>It is also possible to add maps from a </a:t>
            </a:r>
            <a:r>
              <a:rPr lang="en-US" sz="2000" dirty="0" err="1"/>
              <a:t>NetCDF</a:t>
            </a:r>
            <a:r>
              <a:rPr lang="en-US" sz="2000" dirty="0"/>
              <a:t> easily (see script on GitHub)</a:t>
            </a:r>
          </a:p>
        </p:txBody>
      </p:sp>
    </p:spTree>
    <p:extLst>
      <p:ext uri="{BB962C8B-B14F-4D97-AF65-F5344CB8AC3E}">
        <p14:creationId xmlns:p14="http://schemas.microsoft.com/office/powerpoint/2010/main" val="12923408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59612-14B4-F657-97B7-7342CA487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Subsetting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08E61-F317-D349-4917-C080BFDAF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xarray</a:t>
            </a:r>
            <a:r>
              <a:rPr lang="en-US" dirty="0"/>
              <a:t>/</a:t>
            </a:r>
            <a:r>
              <a:rPr lang="en-US" dirty="0" err="1"/>
              <a:t>HuracanPy</a:t>
            </a:r>
            <a:r>
              <a:rPr lang="en-US" dirty="0"/>
              <a:t>, the dataset is easy to subset:</a:t>
            </a:r>
          </a:p>
          <a:p>
            <a:pPr lvl="1"/>
            <a:r>
              <a:rPr lang="en-US" dirty="0"/>
              <a:t>For a specific track (use </a:t>
            </a:r>
            <a:r>
              <a:rPr lang="en-US" dirty="0" err="1"/>
              <a:t>data.hrcn.sel_id</a:t>
            </a:r>
            <a:r>
              <a:rPr lang="en-US" dirty="0"/>
              <a:t> from </a:t>
            </a:r>
            <a:r>
              <a:rPr lang="en-US" dirty="0" err="1"/>
              <a:t>HuracanPy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For a given period</a:t>
            </a:r>
          </a:p>
          <a:p>
            <a:pPr lvl="1"/>
            <a:r>
              <a:rPr lang="en-US" dirty="0"/>
              <a:t>For a given subset of data sources</a:t>
            </a:r>
          </a:p>
          <a:p>
            <a:pPr lvl="1"/>
            <a:r>
              <a:rPr lang="en-US" dirty="0"/>
              <a:t>For a specific intensity</a:t>
            </a:r>
          </a:p>
          <a:p>
            <a:pPr lvl="1"/>
            <a:r>
              <a:rPr lang="en-US" dirty="0"/>
              <a:t>For cyclones reaching a specific zone/country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11AC45E-BB33-2454-F02C-CCDA907DBA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3799" y="2691783"/>
            <a:ext cx="4167008" cy="28804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4907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019A0-DFE5-9013-91BC-42940EB81F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AA2E57-3527-2887-4A09-25AD1B4B3C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Huracan-Project GitHub: </a:t>
            </a:r>
            <a:r>
              <a:rPr lang="en-US" dirty="0">
                <a:hlinkClick r:id="rId2"/>
              </a:rPr>
              <a:t>https://github.com/Huracan-project/extended-ibtracs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Script to create minimal file</a:t>
            </a:r>
          </a:p>
          <a:p>
            <a:pPr lvl="1"/>
            <a:r>
              <a:rPr lang="en-US" dirty="0"/>
              <a:t>Scripts to add attributes</a:t>
            </a:r>
          </a:p>
          <a:p>
            <a:pPr lvl="1"/>
            <a:r>
              <a:rPr lang="en-US" dirty="0"/>
              <a:t>Scripts to visualize data</a:t>
            </a:r>
          </a:p>
          <a:p>
            <a:pPr lvl="1"/>
            <a:r>
              <a:rPr lang="en-US" dirty="0"/>
              <a:t>Script to add fields from e.g. </a:t>
            </a:r>
            <a:r>
              <a:rPr lang="en-US" dirty="0" err="1"/>
              <a:t>reanalyses</a:t>
            </a:r>
            <a:r>
              <a:rPr lang="en-US" dirty="0"/>
              <a:t> or observations</a:t>
            </a:r>
          </a:p>
        </p:txBody>
      </p:sp>
    </p:spTree>
    <p:extLst>
      <p:ext uri="{BB962C8B-B14F-4D97-AF65-F5344CB8AC3E}">
        <p14:creationId xmlns:p14="http://schemas.microsoft.com/office/powerpoint/2010/main" val="3557695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E4BF5-2865-C659-59CC-4548631FE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B0E8B-8806-74F2-5ED0-E9232FD22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ASSOCIATING HAZARDS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66A465-90EA-8140-3CA6-9CC4842A88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Wind, Precipitation, Storm Surge</a:t>
            </a:r>
          </a:p>
        </p:txBody>
      </p:sp>
    </p:spTree>
    <p:extLst>
      <p:ext uri="{BB962C8B-B14F-4D97-AF65-F5344CB8AC3E}">
        <p14:creationId xmlns:p14="http://schemas.microsoft.com/office/powerpoint/2010/main" val="1063802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A4459F-5A76-25DB-88AC-CBC8EEFA6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Done: Maps of WIND and </a:t>
            </a:r>
            <a:r>
              <a:rPr lang="en-US" dirty="0" err="1"/>
              <a:t>Precip</a:t>
            </a:r>
            <a:r>
              <a:rPr lang="en-US" dirty="0"/>
              <a:t> from E-</a:t>
            </a:r>
            <a:r>
              <a:rPr lang="en-US" dirty="0" err="1"/>
              <a:t>Obs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1FB341-48B8-8D9E-3908-FB9B2F13A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219EE3B-E025-577B-0D22-036C9E44E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1025" name="Picture 10" descr="A map of europe with red spots&#10;&#10;AI-generated content may be incorrect.">
            <a:extLst>
              <a:ext uri="{FF2B5EF4-FFF2-40B4-BE49-F238E27FC236}">
                <a16:creationId xmlns:a16="http://schemas.microsoft.com/office/drawing/2014/main" id="{7F8E4C09-B9FE-2116-657D-B288EBCAD3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94" y="1700756"/>
            <a:ext cx="11504620" cy="2448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screenshot of a map&#10;&#10;AI-generated content may be incorrect.">
            <a:extLst>
              <a:ext uri="{FF2B5EF4-FFF2-40B4-BE49-F238E27FC236}">
                <a16:creationId xmlns:a16="http://schemas.microsoft.com/office/drawing/2014/main" id="{246D2838-54EF-549C-32E4-E307D26D63F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489" y="4149633"/>
            <a:ext cx="11476411" cy="244887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063182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36F6DB7-CF8D-494A-82F6-13B58DCA9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B7E5194-6E82-4A44-99C3-FE7D87F34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2377" y="614407"/>
            <a:ext cx="3707477" cy="561177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6EF3C-9538-DD5C-3D4A-D851146A26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110" y="826346"/>
            <a:ext cx="3171905" cy="1013800"/>
          </a:xfrm>
        </p:spPr>
        <p:txBody>
          <a:bodyPr>
            <a:normAutofit/>
          </a:bodyPr>
          <a:lstStyle/>
          <a:p>
            <a:r>
              <a:rPr lang="en-US" sz="2400">
                <a:solidFill>
                  <a:srgbClr val="FFFFFF"/>
                </a:solidFill>
              </a:rPr>
              <a:t>Soon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49FCC1E1-84D3-494D-A0A0-286AFA1C3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6E09E90-FF79-402E-AF01-97A279BEAD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C6946F8-4B9B-4C51-9F51-2DB377392C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B3D2B3D-A285-438C-A344-AED3E46A0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3B002-0064-97A2-C3E4-BD1952114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4110" y="2052084"/>
            <a:ext cx="3033249" cy="3856229"/>
          </a:xfrm>
        </p:spPr>
        <p:txBody>
          <a:bodyPr anchor="t">
            <a:normAutofit/>
          </a:bodyPr>
          <a:lstStyle/>
          <a:p>
            <a:r>
              <a:rPr lang="en-US" sz="1600" dirty="0" err="1">
                <a:solidFill>
                  <a:srgbClr val="FFFFFF"/>
                </a:solidFill>
              </a:rPr>
              <a:t>WiTRACK</a:t>
            </a:r>
            <a:r>
              <a:rPr lang="en-US" sz="1600" dirty="0">
                <a:solidFill>
                  <a:srgbClr val="FFFFFF"/>
                </a:solidFill>
              </a:rPr>
              <a:t> wind footprints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IMERG </a:t>
            </a:r>
            <a:r>
              <a:rPr lang="en-US" sz="1600" dirty="0" err="1">
                <a:solidFill>
                  <a:srgbClr val="FFFFFF"/>
                </a:solidFill>
              </a:rPr>
              <a:t>precip</a:t>
            </a:r>
            <a:r>
              <a:rPr lang="en-US" sz="1600" dirty="0">
                <a:solidFill>
                  <a:srgbClr val="FFFFFF"/>
                </a:solidFill>
              </a:rPr>
              <a:t> attributes</a:t>
            </a:r>
          </a:p>
          <a:p>
            <a:r>
              <a:rPr lang="en-US" sz="1600" dirty="0">
                <a:solidFill>
                  <a:srgbClr val="FFFFFF"/>
                </a:solidFill>
              </a:rPr>
              <a:t>Storm surge observations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68F9B9-2AD6-F9C6-7308-B3757C195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8800" y="2235307"/>
            <a:ext cx="6866506" cy="2386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728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ividend">
  <a:themeElements>
    <a:clrScheme name="Oxford">
      <a:dk1>
        <a:srgbClr val="000000"/>
      </a:dk1>
      <a:lt1>
        <a:srgbClr val="FFFFFF"/>
      </a:lt1>
      <a:dk2>
        <a:srgbClr val="002047"/>
      </a:dk2>
      <a:lt2>
        <a:srgbClr val="E8E8E8"/>
      </a:lt2>
      <a:accent1>
        <a:srgbClr val="002047"/>
      </a:accent1>
      <a:accent2>
        <a:srgbClr val="416959"/>
      </a:accent2>
      <a:accent3>
        <a:srgbClr val="BE0F34"/>
      </a:accent3>
      <a:accent4>
        <a:srgbClr val="002047"/>
      </a:accent4>
      <a:accent5>
        <a:srgbClr val="E2C044"/>
      </a:accent5>
      <a:accent6>
        <a:srgbClr val="C3A29E"/>
      </a:accent6>
      <a:hlink>
        <a:srgbClr val="49B6FF"/>
      </a:hlink>
      <a:folHlink>
        <a:srgbClr val="96607D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20271</TotalTime>
  <Words>849</Words>
  <Application>Microsoft Macintosh PowerPoint</Application>
  <PresentationFormat>Widescreen</PresentationFormat>
  <Paragraphs>88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Gill Sans MT</vt:lpstr>
      <vt:lpstr>Wingdings 2</vt:lpstr>
      <vt:lpstr>Dividend</vt:lpstr>
      <vt:lpstr>“Extended IBTrACS” catalogue</vt:lpstr>
      <vt:lpstr>Motivation</vt:lpstr>
      <vt:lpstr>How does it fit in Huracan’s catalogues plans?</vt:lpstr>
      <vt:lpstr>1. Extended IBTrACS’ TRACKS</vt:lpstr>
      <vt:lpstr>Method</vt:lpstr>
      <vt:lpstr>Matching</vt:lpstr>
      <vt:lpstr>Gathering</vt:lpstr>
      <vt:lpstr>Validation</vt:lpstr>
      <vt:lpstr>Minimal file</vt:lpstr>
      <vt:lpstr>Example</vt:lpstr>
      <vt:lpstr>Additions</vt:lpstr>
      <vt:lpstr>Subsetting</vt:lpstr>
      <vt:lpstr>GitHub</vt:lpstr>
      <vt:lpstr>2. ASSOCIATING HAZARDS</vt:lpstr>
      <vt:lpstr>Done: Maps of WIND and Precip from E-Obs</vt:lpstr>
      <vt:lpstr>Soon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Stella Bourdin</dc:creator>
  <cp:lastModifiedBy>Stella Bourdin</cp:lastModifiedBy>
  <cp:revision>1</cp:revision>
  <dcterms:created xsi:type="dcterms:W3CDTF">2025-01-16T14:06:41Z</dcterms:created>
  <dcterms:modified xsi:type="dcterms:W3CDTF">2025-04-08T12:14:22Z</dcterms:modified>
</cp:coreProperties>
</file>